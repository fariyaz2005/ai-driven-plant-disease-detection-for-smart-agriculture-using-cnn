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4" r:id="rId4"/>
    <p:sldId id="275" r:id="rId5"/>
    <p:sldId id="276" r:id="rId6"/>
    <p:sldId id="260" r:id="rId7"/>
    <p:sldId id="279" r:id="rId8"/>
    <p:sldId id="265" r:id="rId9"/>
    <p:sldId id="261" r:id="rId10"/>
    <p:sldId id="267" r:id="rId11"/>
    <p:sldId id="266" r:id="rId12"/>
    <p:sldId id="280" r:id="rId13"/>
    <p:sldId id="269" r:id="rId14"/>
    <p:sldId id="282" r:id="rId15"/>
    <p:sldId id="281" r:id="rId16"/>
    <p:sldId id="271" r:id="rId17"/>
    <p:sldId id="272" r:id="rId18"/>
    <p:sldId id="273" r:id="rId1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B073B-3284-41D1-9323-0F2D2D347E1F}" v="166" dt="2026-01-12T11:09:32.9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033" autoAdjust="0"/>
  </p:normalViewPr>
  <p:slideViewPr>
    <p:cSldViewPr>
      <p:cViewPr varScale="1">
        <p:scale>
          <a:sx n="109" d="100"/>
          <a:sy n="109" d="100"/>
        </p:scale>
        <p:origin x="845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yaz Rahaman" userId="3001ba05a97f9ab1" providerId="LiveId" clId="{85B7E4A9-0174-4314-AF91-CEA42CF2574E}"/>
    <pc:docChg chg="undo custSel addSld delSld modSld sldOrd">
      <pc:chgData name="Fariyaz Rahaman" userId="3001ba05a97f9ab1" providerId="LiveId" clId="{85B7E4A9-0174-4314-AF91-CEA42CF2574E}" dt="2026-01-12T11:12:21.837" v="2813" actId="20577"/>
      <pc:docMkLst>
        <pc:docMk/>
      </pc:docMkLst>
      <pc:sldChg chg="addSp delSp modSp mod">
        <pc:chgData name="Fariyaz Rahaman" userId="3001ba05a97f9ab1" providerId="LiveId" clId="{85B7E4A9-0174-4314-AF91-CEA42CF2574E}" dt="2026-01-11T15:20:03.860" v="2613" actId="1076"/>
        <pc:sldMkLst>
          <pc:docMk/>
          <pc:sldMk cId="0" sldId="256"/>
        </pc:sldMkLst>
        <pc:spChg chg="mod">
          <ac:chgData name="Fariyaz Rahaman" userId="3001ba05a97f9ab1" providerId="LiveId" clId="{85B7E4A9-0174-4314-AF91-CEA42CF2574E}" dt="2026-01-11T12:15:53.852" v="2041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Fariyaz Rahaman" userId="3001ba05a97f9ab1" providerId="LiveId" clId="{85B7E4A9-0174-4314-AF91-CEA42CF2574E}" dt="2026-01-11T15:20:00.003" v="2612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Fariyaz Rahaman" userId="3001ba05a97f9ab1" providerId="LiveId" clId="{85B7E4A9-0174-4314-AF91-CEA42CF2574E}" dt="2026-01-11T12:11:05.115" v="1964" actId="20577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Fariyaz Rahaman" userId="3001ba05a97f9ab1" providerId="LiveId" clId="{85B7E4A9-0174-4314-AF91-CEA42CF2574E}" dt="2026-01-11T12:13:39.100" v="1971"/>
          <ac:spMkLst>
            <pc:docMk/>
            <pc:sldMk cId="0" sldId="256"/>
            <ac:spMk id="5" creationId="{1CF70F79-3F45-9505-1DBE-045C3DF5D4C9}"/>
          </ac:spMkLst>
        </pc:spChg>
        <pc:spChg chg="add del mod">
          <ac:chgData name="Fariyaz Rahaman" userId="3001ba05a97f9ab1" providerId="LiveId" clId="{85B7E4A9-0174-4314-AF91-CEA42CF2574E}" dt="2026-01-11T12:13:39.100" v="1973"/>
          <ac:spMkLst>
            <pc:docMk/>
            <pc:sldMk cId="0" sldId="256"/>
            <ac:spMk id="6" creationId="{CD674075-037A-40DD-6A8C-500BDF4627C6}"/>
          </ac:spMkLst>
        </pc:spChg>
        <pc:spChg chg="add mod">
          <ac:chgData name="Fariyaz Rahaman" userId="3001ba05a97f9ab1" providerId="LiveId" clId="{85B7E4A9-0174-4314-AF91-CEA42CF2574E}" dt="2026-01-11T15:20:03.860" v="2613" actId="1076"/>
          <ac:spMkLst>
            <pc:docMk/>
            <pc:sldMk cId="0" sldId="256"/>
            <ac:spMk id="7" creationId="{A4AD16C0-210E-1F8D-D7E1-BDCFD26ADE83}"/>
          </ac:spMkLst>
        </pc:spChg>
      </pc:sldChg>
      <pc:sldChg chg="modSp mod">
        <pc:chgData name="Fariyaz Rahaman" userId="3001ba05a97f9ab1" providerId="LiveId" clId="{85B7E4A9-0174-4314-AF91-CEA42CF2574E}" dt="2026-01-12T11:12:21.837" v="2813" actId="20577"/>
        <pc:sldMkLst>
          <pc:docMk/>
          <pc:sldMk cId="0" sldId="257"/>
        </pc:sldMkLst>
        <pc:spChg chg="mod">
          <ac:chgData name="Fariyaz Rahaman" userId="3001ba05a97f9ab1" providerId="LiveId" clId="{85B7E4A9-0174-4314-AF91-CEA42CF2574E}" dt="2026-01-11T15:10:38.034" v="2551" actId="113"/>
          <ac:spMkLst>
            <pc:docMk/>
            <pc:sldMk cId="0" sldId="257"/>
            <ac:spMk id="3" creationId="{00000000-0000-0000-0000-000000000000}"/>
          </ac:spMkLst>
        </pc:spChg>
        <pc:spChg chg="mod">
          <ac:chgData name="Fariyaz Rahaman" userId="3001ba05a97f9ab1" providerId="LiveId" clId="{85B7E4A9-0174-4314-AF91-CEA42CF2574E}" dt="2026-01-12T11:12:21.837" v="2813" actId="20577"/>
          <ac:spMkLst>
            <pc:docMk/>
            <pc:sldMk cId="0" sldId="257"/>
            <ac:spMk id="4" creationId="{00000000-0000-0000-0000-000000000000}"/>
          </ac:spMkLst>
        </pc:spChg>
      </pc:sldChg>
      <pc:sldChg chg="del">
        <pc:chgData name="Fariyaz Rahaman" userId="3001ba05a97f9ab1" providerId="LiveId" clId="{85B7E4A9-0174-4314-AF91-CEA42CF2574E}" dt="2026-01-11T09:47:52.999" v="961" actId="2696"/>
        <pc:sldMkLst>
          <pc:docMk/>
          <pc:sldMk cId="0" sldId="259"/>
        </pc:sldMkLst>
      </pc:sldChg>
      <pc:sldChg chg="modSp mod">
        <pc:chgData name="Fariyaz Rahaman" userId="3001ba05a97f9ab1" providerId="LiveId" clId="{85B7E4A9-0174-4314-AF91-CEA42CF2574E}" dt="2026-01-11T15:09:38.556" v="2539" actId="113"/>
        <pc:sldMkLst>
          <pc:docMk/>
          <pc:sldMk cId="0" sldId="260"/>
        </pc:sldMkLst>
        <pc:spChg chg="mod">
          <ac:chgData name="Fariyaz Rahaman" userId="3001ba05a97f9ab1" providerId="LiveId" clId="{85B7E4A9-0174-4314-AF91-CEA42CF2574E}" dt="2026-01-11T15:09:38.556" v="2539" actId="113"/>
          <ac:spMkLst>
            <pc:docMk/>
            <pc:sldMk cId="0" sldId="260"/>
            <ac:spMk id="3" creationId="{00000000-0000-0000-0000-000000000000}"/>
          </ac:spMkLst>
        </pc:spChg>
        <pc:graphicFrameChg chg="mod modGraphic">
          <ac:chgData name="Fariyaz Rahaman" userId="3001ba05a97f9ab1" providerId="LiveId" clId="{85B7E4A9-0174-4314-AF91-CEA42CF2574E}" dt="2026-01-11T12:49:40.215" v="2088" actId="14734"/>
          <ac:graphicFrameMkLst>
            <pc:docMk/>
            <pc:sldMk cId="0" sldId="260"/>
            <ac:graphicFrameMk id="6" creationId="{076DEC77-EB40-17B6-6B17-D058AB4AD5BE}"/>
          </ac:graphicFrameMkLst>
        </pc:graphicFrameChg>
      </pc:sldChg>
      <pc:sldChg chg="addSp modSp mod">
        <pc:chgData name="Fariyaz Rahaman" userId="3001ba05a97f9ab1" providerId="LiveId" clId="{85B7E4A9-0174-4314-AF91-CEA42CF2574E}" dt="2026-01-12T11:02:37.883" v="2741" actId="12"/>
        <pc:sldMkLst>
          <pc:docMk/>
          <pc:sldMk cId="0" sldId="261"/>
        </pc:sldMkLst>
        <pc:spChg chg="mod">
          <ac:chgData name="Fariyaz Rahaman" userId="3001ba05a97f9ab1" providerId="LiveId" clId="{85B7E4A9-0174-4314-AF91-CEA42CF2574E}" dt="2026-01-11T14:58:44.607" v="2350" actId="113"/>
          <ac:spMkLst>
            <pc:docMk/>
            <pc:sldMk cId="0" sldId="261"/>
            <ac:spMk id="3" creationId="{00000000-0000-0000-0000-000000000000}"/>
          </ac:spMkLst>
        </pc:spChg>
        <pc:spChg chg="add">
          <ac:chgData name="Fariyaz Rahaman" userId="3001ba05a97f9ab1" providerId="LiveId" clId="{85B7E4A9-0174-4314-AF91-CEA42CF2574E}" dt="2026-01-12T11:02:07.991" v="2735"/>
          <ac:spMkLst>
            <pc:docMk/>
            <pc:sldMk cId="0" sldId="261"/>
            <ac:spMk id="4" creationId="{C9EF8599-78AC-BE73-1693-FB5C8B05BE23}"/>
          </ac:spMkLst>
        </pc:spChg>
        <pc:spChg chg="mod">
          <ac:chgData name="Fariyaz Rahaman" userId="3001ba05a97f9ab1" providerId="LiveId" clId="{85B7E4A9-0174-4314-AF91-CEA42CF2574E}" dt="2026-01-12T11:02:37.883" v="2741" actId="12"/>
          <ac:spMkLst>
            <pc:docMk/>
            <pc:sldMk cId="0" sldId="261"/>
            <ac:spMk id="5" creationId="{31B9A368-F831-11E0-AE0E-02FE21C7391B}"/>
          </ac:spMkLst>
        </pc:spChg>
        <pc:spChg chg="add">
          <ac:chgData name="Fariyaz Rahaman" userId="3001ba05a97f9ab1" providerId="LiveId" clId="{85B7E4A9-0174-4314-AF91-CEA42CF2574E}" dt="2026-01-12T11:02:11.605" v="2737"/>
          <ac:spMkLst>
            <pc:docMk/>
            <pc:sldMk cId="0" sldId="261"/>
            <ac:spMk id="6" creationId="{C190B81A-49BB-CAF4-ACD4-0DC33C9CDBD3}"/>
          </ac:spMkLst>
        </pc:spChg>
      </pc:sldChg>
      <pc:sldChg chg="addSp modSp del mod ord">
        <pc:chgData name="Fariyaz Rahaman" userId="3001ba05a97f9ab1" providerId="LiveId" clId="{85B7E4A9-0174-4314-AF91-CEA42CF2574E}" dt="2026-01-12T11:04:46.640" v="2742" actId="2696"/>
        <pc:sldMkLst>
          <pc:docMk/>
          <pc:sldMk cId="0" sldId="264"/>
        </pc:sldMkLst>
        <pc:spChg chg="mod">
          <ac:chgData name="Fariyaz Rahaman" userId="3001ba05a97f9ab1" providerId="LiveId" clId="{85B7E4A9-0174-4314-AF91-CEA42CF2574E}" dt="2026-01-11T14:59:30.929" v="2416" actId="5793"/>
          <ac:spMkLst>
            <pc:docMk/>
            <pc:sldMk cId="0" sldId="264"/>
            <ac:spMk id="4" creationId="{00000000-0000-0000-0000-000000000000}"/>
          </ac:spMkLst>
        </pc:spChg>
        <pc:picChg chg="add mod">
          <ac:chgData name="Fariyaz Rahaman" userId="3001ba05a97f9ab1" providerId="LiveId" clId="{85B7E4A9-0174-4314-AF91-CEA42CF2574E}" dt="2026-01-11T15:00:08.730" v="2426" actId="1076"/>
          <ac:picMkLst>
            <pc:docMk/>
            <pc:sldMk cId="0" sldId="264"/>
            <ac:picMk id="6" creationId="{2EDB36B9-4499-9768-94A7-B0DB92D32EE9}"/>
          </ac:picMkLst>
        </pc:picChg>
        <pc:picChg chg="add mod">
          <ac:chgData name="Fariyaz Rahaman" userId="3001ba05a97f9ab1" providerId="LiveId" clId="{85B7E4A9-0174-4314-AF91-CEA42CF2574E}" dt="2026-01-11T15:01:03.238" v="2444" actId="1076"/>
          <ac:picMkLst>
            <pc:docMk/>
            <pc:sldMk cId="0" sldId="264"/>
            <ac:picMk id="8" creationId="{BB6791CC-A7D5-389D-4D19-546A09C472F0}"/>
          </ac:picMkLst>
        </pc:picChg>
        <pc:picChg chg="add mod">
          <ac:chgData name="Fariyaz Rahaman" userId="3001ba05a97f9ab1" providerId="LiveId" clId="{85B7E4A9-0174-4314-AF91-CEA42CF2574E}" dt="2026-01-11T15:00:59.310" v="2443" actId="1076"/>
          <ac:picMkLst>
            <pc:docMk/>
            <pc:sldMk cId="0" sldId="264"/>
            <ac:picMk id="10" creationId="{7C780BC5-DFA5-11AE-0167-68B181BF694E}"/>
          </ac:picMkLst>
        </pc:picChg>
        <pc:picChg chg="add mod">
          <ac:chgData name="Fariyaz Rahaman" userId="3001ba05a97f9ab1" providerId="LiveId" clId="{85B7E4A9-0174-4314-AF91-CEA42CF2574E}" dt="2026-01-11T15:00:50.885" v="2442" actId="14100"/>
          <ac:picMkLst>
            <pc:docMk/>
            <pc:sldMk cId="0" sldId="264"/>
            <ac:picMk id="12" creationId="{879B3415-24FD-5144-BA9F-27CB45BE66AB}"/>
          </ac:picMkLst>
        </pc:picChg>
        <pc:picChg chg="add mod">
          <ac:chgData name="Fariyaz Rahaman" userId="3001ba05a97f9ab1" providerId="LiveId" clId="{85B7E4A9-0174-4314-AF91-CEA42CF2574E}" dt="2026-01-11T14:59:42.681" v="2419" actId="14100"/>
          <ac:picMkLst>
            <pc:docMk/>
            <pc:sldMk cId="0" sldId="264"/>
            <ac:picMk id="14" creationId="{42109EFA-0FDE-AC4C-BD7A-B0B123B11D77}"/>
          </ac:picMkLst>
        </pc:picChg>
        <pc:picChg chg="add mod">
          <ac:chgData name="Fariyaz Rahaman" userId="3001ba05a97f9ab1" providerId="LiveId" clId="{85B7E4A9-0174-4314-AF91-CEA42CF2574E}" dt="2026-01-11T14:59:49.317" v="2420" actId="14100"/>
          <ac:picMkLst>
            <pc:docMk/>
            <pc:sldMk cId="0" sldId="264"/>
            <ac:picMk id="16" creationId="{BDEAB11F-672A-5719-4E3B-3FEAFB4B2A7B}"/>
          </ac:picMkLst>
        </pc:picChg>
      </pc:sldChg>
      <pc:sldChg chg="addSp delSp modSp mod">
        <pc:chgData name="Fariyaz Rahaman" userId="3001ba05a97f9ab1" providerId="LiveId" clId="{85B7E4A9-0174-4314-AF91-CEA42CF2574E}" dt="2026-01-11T14:58:34.981" v="2349" actId="115"/>
        <pc:sldMkLst>
          <pc:docMk/>
          <pc:sldMk cId="0" sldId="265"/>
        </pc:sldMkLst>
        <pc:spChg chg="mod">
          <ac:chgData name="Fariyaz Rahaman" userId="3001ba05a97f9ab1" providerId="LiveId" clId="{85B7E4A9-0174-4314-AF91-CEA42CF2574E}" dt="2026-01-11T14:58:34.981" v="2349" actId="115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Fariyaz Rahaman" userId="3001ba05a97f9ab1" providerId="LiveId" clId="{85B7E4A9-0174-4314-AF91-CEA42CF2574E}" dt="2026-01-11T14:56:02.363" v="2276" actId="21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Fariyaz Rahaman" userId="3001ba05a97f9ab1" providerId="LiveId" clId="{85B7E4A9-0174-4314-AF91-CEA42CF2574E}" dt="2026-01-11T14:57:10.072" v="2332" actId="255"/>
          <ac:spMkLst>
            <pc:docMk/>
            <pc:sldMk cId="0" sldId="265"/>
            <ac:spMk id="8" creationId="{671259DF-B18D-9672-5A89-0CA076F5D7F7}"/>
          </ac:spMkLst>
        </pc:spChg>
        <pc:spChg chg="add mod">
          <ac:chgData name="Fariyaz Rahaman" userId="3001ba05a97f9ab1" providerId="LiveId" clId="{85B7E4A9-0174-4314-AF91-CEA42CF2574E}" dt="2026-01-10T15:06:40.461" v="187"/>
          <ac:spMkLst>
            <pc:docMk/>
            <pc:sldMk cId="0" sldId="265"/>
            <ac:spMk id="9" creationId="{EDE5E421-E7CB-1F7E-CBC1-25607519DACB}"/>
          </ac:spMkLst>
        </pc:spChg>
        <pc:picChg chg="del mod">
          <ac:chgData name="Fariyaz Rahaman" userId="3001ba05a97f9ab1" providerId="LiveId" clId="{85B7E4A9-0174-4314-AF91-CEA42CF2574E}" dt="2026-01-11T14:55:56.534" v="2274" actId="21"/>
          <ac:picMkLst>
            <pc:docMk/>
            <pc:sldMk cId="0" sldId="265"/>
            <ac:picMk id="4" creationId="{00000000-0000-0000-0000-000000000000}"/>
          </ac:picMkLst>
        </pc:picChg>
        <pc:picChg chg="del mod">
          <ac:chgData name="Fariyaz Rahaman" userId="3001ba05a97f9ab1" providerId="LiveId" clId="{85B7E4A9-0174-4314-AF91-CEA42CF2574E}" dt="2026-01-11T14:55:50.894" v="2272" actId="21"/>
          <ac:picMkLst>
            <pc:docMk/>
            <pc:sldMk cId="0" sldId="265"/>
            <ac:picMk id="5" creationId="{00000000-0000-0000-0000-000000000000}"/>
          </ac:picMkLst>
        </pc:picChg>
        <pc:picChg chg="del mod">
          <ac:chgData name="Fariyaz Rahaman" userId="3001ba05a97f9ab1" providerId="LiveId" clId="{85B7E4A9-0174-4314-AF91-CEA42CF2574E}" dt="2026-01-11T14:55:53.740" v="2273" actId="21"/>
          <ac:picMkLst>
            <pc:docMk/>
            <pc:sldMk cId="0" sldId="265"/>
            <ac:picMk id="6" creationId="{00000000-0000-0000-0000-000000000000}"/>
          </ac:picMkLst>
        </pc:picChg>
        <pc:picChg chg="del mod">
          <ac:chgData name="Fariyaz Rahaman" userId="3001ba05a97f9ab1" providerId="LiveId" clId="{85B7E4A9-0174-4314-AF91-CEA42CF2574E}" dt="2026-01-11T14:55:59.061" v="2275" actId="21"/>
          <ac:picMkLst>
            <pc:docMk/>
            <pc:sldMk cId="0" sldId="265"/>
            <ac:picMk id="7" creationId="{00000000-0000-0000-0000-000000000000}"/>
          </ac:picMkLst>
        </pc:picChg>
      </pc:sldChg>
      <pc:sldChg chg="addSp delSp modSp mod">
        <pc:chgData name="Fariyaz Rahaman" userId="3001ba05a97f9ab1" providerId="LiveId" clId="{85B7E4A9-0174-4314-AF91-CEA42CF2574E}" dt="2026-01-12T09:50:37.948" v="2675" actId="2711"/>
        <pc:sldMkLst>
          <pc:docMk/>
          <pc:sldMk cId="0" sldId="266"/>
        </pc:sldMkLst>
        <pc:spChg chg="mod">
          <ac:chgData name="Fariyaz Rahaman" userId="3001ba05a97f9ab1" providerId="LiveId" clId="{85B7E4A9-0174-4314-AF91-CEA42CF2574E}" dt="2026-01-12T09:50:37.948" v="2675" actId="2711"/>
          <ac:spMkLst>
            <pc:docMk/>
            <pc:sldMk cId="0" sldId="266"/>
            <ac:spMk id="2" creationId="{00000000-0000-0000-0000-000000000000}"/>
          </ac:spMkLst>
        </pc:spChg>
        <pc:spChg chg="add mod">
          <ac:chgData name="Fariyaz Rahaman" userId="3001ba05a97f9ab1" providerId="LiveId" clId="{85B7E4A9-0174-4314-AF91-CEA42CF2574E}" dt="2026-01-10T15:03:18.164" v="166" actId="1076"/>
          <ac:spMkLst>
            <pc:docMk/>
            <pc:sldMk cId="0" sldId="266"/>
            <ac:spMk id="22" creationId="{5D1982C4-2FBE-83CC-1ED4-3FB54E83A9AE}"/>
          </ac:spMkLst>
        </pc:spChg>
        <pc:spChg chg="add mod">
          <ac:chgData name="Fariyaz Rahaman" userId="3001ba05a97f9ab1" providerId="LiveId" clId="{85B7E4A9-0174-4314-AF91-CEA42CF2574E}" dt="2026-01-12T09:49:32.978" v="2670" actId="2711"/>
          <ac:spMkLst>
            <pc:docMk/>
            <pc:sldMk cId="0" sldId="266"/>
            <ac:spMk id="24" creationId="{6D24EE01-8C31-29AF-691C-2CF795042C82}"/>
          </ac:spMkLst>
        </pc:spChg>
        <pc:spChg chg="add mod">
          <ac:chgData name="Fariyaz Rahaman" userId="3001ba05a97f9ab1" providerId="LiveId" clId="{85B7E4A9-0174-4314-AF91-CEA42CF2574E}" dt="2026-01-10T14:38:20.823" v="82" actId="13822"/>
          <ac:spMkLst>
            <pc:docMk/>
            <pc:sldMk cId="0" sldId="266"/>
            <ac:spMk id="27" creationId="{7A60C7D2-32BF-5AFF-34D4-79D1BA638EB5}"/>
          </ac:spMkLst>
        </pc:spChg>
        <pc:spChg chg="add mod">
          <ac:chgData name="Fariyaz Rahaman" userId="3001ba05a97f9ab1" providerId="LiveId" clId="{85B7E4A9-0174-4314-AF91-CEA42CF2574E}" dt="2026-01-12T09:49:13.574" v="2669" actId="2711"/>
          <ac:spMkLst>
            <pc:docMk/>
            <pc:sldMk cId="0" sldId="266"/>
            <ac:spMk id="28" creationId="{2B0DE4F9-B04F-715F-E50B-200741EBFFFD}"/>
          </ac:spMkLst>
        </pc:spChg>
        <pc:spChg chg="add mod">
          <ac:chgData name="Fariyaz Rahaman" userId="3001ba05a97f9ab1" providerId="LiveId" clId="{85B7E4A9-0174-4314-AF91-CEA42CF2574E}" dt="2026-01-10T14:40:59.709" v="89" actId="13822"/>
          <ac:spMkLst>
            <pc:docMk/>
            <pc:sldMk cId="0" sldId="266"/>
            <ac:spMk id="29" creationId="{835AA21D-CF24-D026-28CE-112225077EF2}"/>
          </ac:spMkLst>
        </pc:spChg>
        <pc:spChg chg="add mod">
          <ac:chgData name="Fariyaz Rahaman" userId="3001ba05a97f9ab1" providerId="LiveId" clId="{85B7E4A9-0174-4314-AF91-CEA42CF2574E}" dt="2026-01-12T09:49:03.971" v="2668" actId="2711"/>
          <ac:spMkLst>
            <pc:docMk/>
            <pc:sldMk cId="0" sldId="266"/>
            <ac:spMk id="30" creationId="{30CF3A01-13AA-D320-D14E-9C44ED3E18F3}"/>
          </ac:spMkLst>
        </pc:spChg>
        <pc:spChg chg="add mod">
          <ac:chgData name="Fariyaz Rahaman" userId="3001ba05a97f9ab1" providerId="LiveId" clId="{85B7E4A9-0174-4314-AF91-CEA42CF2574E}" dt="2026-01-10T14:43:04.639" v="96" actId="1076"/>
          <ac:spMkLst>
            <pc:docMk/>
            <pc:sldMk cId="0" sldId="266"/>
            <ac:spMk id="31" creationId="{8AF3E1CD-654F-D142-46CC-3096A1152993}"/>
          </ac:spMkLst>
        </pc:spChg>
        <pc:spChg chg="add mod">
          <ac:chgData name="Fariyaz Rahaman" userId="3001ba05a97f9ab1" providerId="LiveId" clId="{85B7E4A9-0174-4314-AF91-CEA42CF2574E}" dt="2026-01-12T09:48:52.084" v="2667" actId="2711"/>
          <ac:spMkLst>
            <pc:docMk/>
            <pc:sldMk cId="0" sldId="266"/>
            <ac:spMk id="32" creationId="{675C8AAB-097F-DAEF-1707-2A041E0F642F}"/>
          </ac:spMkLst>
        </pc:spChg>
        <pc:spChg chg="add mod">
          <ac:chgData name="Fariyaz Rahaman" userId="3001ba05a97f9ab1" providerId="LiveId" clId="{85B7E4A9-0174-4314-AF91-CEA42CF2574E}" dt="2026-01-10T14:49:08.210" v="101" actId="13822"/>
          <ac:spMkLst>
            <pc:docMk/>
            <pc:sldMk cId="0" sldId="266"/>
            <ac:spMk id="33" creationId="{A0B13513-F09C-C0FA-6E35-A9248F795792}"/>
          </ac:spMkLst>
        </pc:spChg>
        <pc:spChg chg="add mod">
          <ac:chgData name="Fariyaz Rahaman" userId="3001ba05a97f9ab1" providerId="LiveId" clId="{85B7E4A9-0174-4314-AF91-CEA42CF2574E}" dt="2026-01-12T09:48:44.866" v="2666" actId="2711"/>
          <ac:spMkLst>
            <pc:docMk/>
            <pc:sldMk cId="0" sldId="266"/>
            <ac:spMk id="34" creationId="{726E6ADA-583E-4734-F1B1-C4097EA3BBAD}"/>
          </ac:spMkLst>
        </pc:spChg>
        <pc:spChg chg="add mod">
          <ac:chgData name="Fariyaz Rahaman" userId="3001ba05a97f9ab1" providerId="LiveId" clId="{85B7E4A9-0174-4314-AF91-CEA42CF2574E}" dt="2026-01-10T15:03:35.186" v="168" actId="1076"/>
          <ac:spMkLst>
            <pc:docMk/>
            <pc:sldMk cId="0" sldId="266"/>
            <ac:spMk id="43" creationId="{47B37506-6DB5-2301-1324-ED9E10691C66}"/>
          </ac:spMkLst>
        </pc:spChg>
        <pc:spChg chg="add mod">
          <ac:chgData name="Fariyaz Rahaman" userId="3001ba05a97f9ab1" providerId="LiveId" clId="{85B7E4A9-0174-4314-AF91-CEA42CF2574E}" dt="2026-01-10T15:04:12.234" v="173" actId="1076"/>
          <ac:spMkLst>
            <pc:docMk/>
            <pc:sldMk cId="0" sldId="266"/>
            <ac:spMk id="44" creationId="{A001C575-EC33-FCD1-9A63-E8E9C30B8914}"/>
          </ac:spMkLst>
        </pc:spChg>
        <pc:spChg chg="add mod">
          <ac:chgData name="Fariyaz Rahaman" userId="3001ba05a97f9ab1" providerId="LiveId" clId="{85B7E4A9-0174-4314-AF91-CEA42CF2574E}" dt="2026-01-10T14:56:53.459" v="135" actId="1076"/>
          <ac:spMkLst>
            <pc:docMk/>
            <pc:sldMk cId="0" sldId="266"/>
            <ac:spMk id="45" creationId="{B33A2101-FA9D-3019-67AF-5DDB597859CC}"/>
          </ac:spMkLst>
        </pc:spChg>
        <pc:spChg chg="add mod">
          <ac:chgData name="Fariyaz Rahaman" userId="3001ba05a97f9ab1" providerId="LiveId" clId="{85B7E4A9-0174-4314-AF91-CEA42CF2574E}" dt="2026-01-10T15:05:50.552" v="182" actId="1076"/>
          <ac:spMkLst>
            <pc:docMk/>
            <pc:sldMk cId="0" sldId="266"/>
            <ac:spMk id="46" creationId="{211A0C99-9A74-5D52-74D9-DC6D5B24764F}"/>
          </ac:spMkLst>
        </pc:spChg>
        <pc:spChg chg="add mod">
          <ac:chgData name="Fariyaz Rahaman" userId="3001ba05a97f9ab1" providerId="LiveId" clId="{85B7E4A9-0174-4314-AF91-CEA42CF2574E}" dt="2026-01-10T14:57:46.808" v="139" actId="14100"/>
          <ac:spMkLst>
            <pc:docMk/>
            <pc:sldMk cId="0" sldId="266"/>
            <ac:spMk id="47" creationId="{F4867682-7EF3-6E23-DC7A-94CAB5CA17DD}"/>
          </ac:spMkLst>
        </pc:spChg>
        <pc:spChg chg="add mod">
          <ac:chgData name="Fariyaz Rahaman" userId="3001ba05a97f9ab1" providerId="LiveId" clId="{85B7E4A9-0174-4314-AF91-CEA42CF2574E}" dt="2026-01-12T09:50:03.313" v="2674" actId="2711"/>
          <ac:spMkLst>
            <pc:docMk/>
            <pc:sldMk cId="0" sldId="266"/>
            <ac:spMk id="48" creationId="{50CC626A-7CEF-4F97-A613-29C1DD1F1299}"/>
          </ac:spMkLst>
        </pc:spChg>
        <pc:spChg chg="add mod">
          <ac:chgData name="Fariyaz Rahaman" userId="3001ba05a97f9ab1" providerId="LiveId" clId="{85B7E4A9-0174-4314-AF91-CEA42CF2574E}" dt="2026-01-12T09:49:57.409" v="2673" actId="2711"/>
          <ac:spMkLst>
            <pc:docMk/>
            <pc:sldMk cId="0" sldId="266"/>
            <ac:spMk id="49" creationId="{32758ABF-EB18-055A-2111-6D306CB46197}"/>
          </ac:spMkLst>
        </pc:spChg>
        <pc:spChg chg="add mod">
          <ac:chgData name="Fariyaz Rahaman" userId="3001ba05a97f9ab1" providerId="LiveId" clId="{85B7E4A9-0174-4314-AF91-CEA42CF2574E}" dt="2026-01-12T09:49:50.766" v="2672" actId="2711"/>
          <ac:spMkLst>
            <pc:docMk/>
            <pc:sldMk cId="0" sldId="266"/>
            <ac:spMk id="50" creationId="{E6B74A14-43E2-D176-6FC8-33578B43A71A}"/>
          </ac:spMkLst>
        </pc:spChg>
        <pc:spChg chg="add mod">
          <ac:chgData name="Fariyaz Rahaman" userId="3001ba05a97f9ab1" providerId="LiveId" clId="{85B7E4A9-0174-4314-AF91-CEA42CF2574E}" dt="2026-01-12T09:49:41.614" v="2671" actId="2711"/>
          <ac:spMkLst>
            <pc:docMk/>
            <pc:sldMk cId="0" sldId="266"/>
            <ac:spMk id="51" creationId="{81B93A73-53CE-7B9C-93A6-45C6541F74F4}"/>
          </ac:spMkLst>
        </pc:spChg>
        <pc:spChg chg="add mod">
          <ac:chgData name="Fariyaz Rahaman" userId="3001ba05a97f9ab1" providerId="LiveId" clId="{85B7E4A9-0174-4314-AF91-CEA42CF2574E}" dt="2026-01-12T09:48:36.538" v="2665" actId="113"/>
          <ac:spMkLst>
            <pc:docMk/>
            <pc:sldMk cId="0" sldId="266"/>
            <ac:spMk id="52" creationId="{E6D294D8-AA20-A0C0-199B-4040B8D559DD}"/>
          </ac:spMkLst>
        </pc:spChg>
        <pc:spChg chg="add mod">
          <ac:chgData name="Fariyaz Rahaman" userId="3001ba05a97f9ab1" providerId="LiveId" clId="{85B7E4A9-0174-4314-AF91-CEA42CF2574E}" dt="2026-01-10T15:06:46.604" v="188"/>
          <ac:spMkLst>
            <pc:docMk/>
            <pc:sldMk cId="0" sldId="266"/>
            <ac:spMk id="73" creationId="{50D3C048-0271-EE0B-CE20-C9F8893B6CE2}"/>
          </ac:spMkLst>
        </pc:spChg>
        <pc:cxnChg chg="add mod">
          <ac:chgData name="Fariyaz Rahaman" userId="3001ba05a97f9ab1" providerId="LiveId" clId="{85B7E4A9-0174-4314-AF91-CEA42CF2574E}" dt="2026-01-10T15:03:18.164" v="166" actId="1076"/>
          <ac:cxnSpMkLst>
            <pc:docMk/>
            <pc:sldMk cId="0" sldId="266"/>
            <ac:cxnSpMk id="36" creationId="{D6370FC3-6707-3243-D466-56A1E442FF5C}"/>
          </ac:cxnSpMkLst>
        </pc:cxnChg>
        <pc:cxnChg chg="add mod">
          <ac:chgData name="Fariyaz Rahaman" userId="3001ba05a97f9ab1" providerId="LiveId" clId="{85B7E4A9-0174-4314-AF91-CEA42CF2574E}" dt="2026-01-10T14:51:14.237" v="109" actId="13822"/>
          <ac:cxnSpMkLst>
            <pc:docMk/>
            <pc:sldMk cId="0" sldId="266"/>
            <ac:cxnSpMk id="38" creationId="{2FCA8C46-C374-E9EA-C397-24ABD053E46C}"/>
          </ac:cxnSpMkLst>
        </pc:cxnChg>
        <pc:cxnChg chg="add mod">
          <ac:chgData name="Fariyaz Rahaman" userId="3001ba05a97f9ab1" providerId="LiveId" clId="{85B7E4A9-0174-4314-AF91-CEA42CF2574E}" dt="2026-01-10T14:51:30.856" v="111" actId="13822"/>
          <ac:cxnSpMkLst>
            <pc:docMk/>
            <pc:sldMk cId="0" sldId="266"/>
            <ac:cxnSpMk id="40" creationId="{4B88D6EE-2C33-DD60-E399-1A8AD6122930}"/>
          </ac:cxnSpMkLst>
        </pc:cxnChg>
        <pc:cxnChg chg="add mod">
          <ac:chgData name="Fariyaz Rahaman" userId="3001ba05a97f9ab1" providerId="LiveId" clId="{85B7E4A9-0174-4314-AF91-CEA42CF2574E}" dt="2026-01-10T14:51:50.916" v="113" actId="13822"/>
          <ac:cxnSpMkLst>
            <pc:docMk/>
            <pc:sldMk cId="0" sldId="266"/>
            <ac:cxnSpMk id="42" creationId="{7B675259-2377-F2E8-AD42-CC4ED321338F}"/>
          </ac:cxnSpMkLst>
        </pc:cxnChg>
        <pc:cxnChg chg="add mod">
          <ac:chgData name="Fariyaz Rahaman" userId="3001ba05a97f9ab1" providerId="LiveId" clId="{85B7E4A9-0174-4314-AF91-CEA42CF2574E}" dt="2026-01-10T15:03:39.707" v="169" actId="13822"/>
          <ac:cxnSpMkLst>
            <pc:docMk/>
            <pc:sldMk cId="0" sldId="266"/>
            <ac:cxnSpMk id="54" creationId="{6225C272-88D7-47BC-BF7E-6BED8F614835}"/>
          </ac:cxnSpMkLst>
        </pc:cxnChg>
        <pc:cxnChg chg="add mod">
          <ac:chgData name="Fariyaz Rahaman" userId="3001ba05a97f9ab1" providerId="LiveId" clId="{85B7E4A9-0174-4314-AF91-CEA42CF2574E}" dt="2026-01-10T15:04:40.314" v="176" actId="1076"/>
          <ac:cxnSpMkLst>
            <pc:docMk/>
            <pc:sldMk cId="0" sldId="266"/>
            <ac:cxnSpMk id="59" creationId="{DAABB76A-CECE-6827-76FF-0E16BD78D49F}"/>
          </ac:cxnSpMkLst>
        </pc:cxnChg>
        <pc:cxnChg chg="add mod">
          <ac:chgData name="Fariyaz Rahaman" userId="3001ba05a97f9ab1" providerId="LiveId" clId="{85B7E4A9-0174-4314-AF91-CEA42CF2574E}" dt="2026-01-10T15:05:02.335" v="179" actId="13822"/>
          <ac:cxnSpMkLst>
            <pc:docMk/>
            <pc:sldMk cId="0" sldId="266"/>
            <ac:cxnSpMk id="65" creationId="{65838E02-BB89-06ED-807D-4FDC8CAC44F0}"/>
          </ac:cxnSpMkLst>
        </pc:cxnChg>
        <pc:cxnChg chg="add mod">
          <ac:chgData name="Fariyaz Rahaman" userId="3001ba05a97f9ab1" providerId="LiveId" clId="{85B7E4A9-0174-4314-AF91-CEA42CF2574E}" dt="2026-01-10T15:05:55.136" v="183" actId="13822"/>
          <ac:cxnSpMkLst>
            <pc:docMk/>
            <pc:sldMk cId="0" sldId="266"/>
            <ac:cxnSpMk id="68" creationId="{72006DA6-3E38-0830-118D-92E19D62F8F5}"/>
          </ac:cxnSpMkLst>
        </pc:cxnChg>
        <pc:cxnChg chg="add mod">
          <ac:chgData name="Fariyaz Rahaman" userId="3001ba05a97f9ab1" providerId="LiveId" clId="{85B7E4A9-0174-4314-AF91-CEA42CF2574E}" dt="2026-01-12T09:48:08.836" v="2663" actId="1076"/>
          <ac:cxnSpMkLst>
            <pc:docMk/>
            <pc:sldMk cId="0" sldId="266"/>
            <ac:cxnSpMk id="71" creationId="{05657B35-B14E-74CE-301C-3F74EA68397C}"/>
          </ac:cxnSpMkLst>
        </pc:cxnChg>
      </pc:sldChg>
      <pc:sldChg chg="addSp delSp modSp mod ord">
        <pc:chgData name="Fariyaz Rahaman" userId="3001ba05a97f9ab1" providerId="LiveId" clId="{85B7E4A9-0174-4314-AF91-CEA42CF2574E}" dt="2026-01-11T15:14:51.582" v="2565"/>
        <pc:sldMkLst>
          <pc:docMk/>
          <pc:sldMk cId="0" sldId="267"/>
        </pc:sldMkLst>
        <pc:spChg chg="mod">
          <ac:chgData name="Fariyaz Rahaman" userId="3001ba05a97f9ab1" providerId="LiveId" clId="{85B7E4A9-0174-4314-AF91-CEA42CF2574E}" dt="2026-01-11T15:02:10.693" v="2452" actId="115"/>
          <ac:spMkLst>
            <pc:docMk/>
            <pc:sldMk cId="0" sldId="267"/>
            <ac:spMk id="3" creationId="{00000000-0000-0000-0000-000000000000}"/>
          </ac:spMkLst>
        </pc:spChg>
        <pc:picChg chg="add mod">
          <ac:chgData name="Fariyaz Rahaman" userId="3001ba05a97f9ab1" providerId="LiveId" clId="{85B7E4A9-0174-4314-AF91-CEA42CF2574E}" dt="2026-01-10T15:38:37.945" v="196" actId="14100"/>
          <ac:picMkLst>
            <pc:docMk/>
            <pc:sldMk cId="0" sldId="267"/>
            <ac:picMk id="5" creationId="{F690AC87-0436-3254-AEA1-809F820A0072}"/>
          </ac:picMkLst>
        </pc:picChg>
        <pc:inkChg chg="add">
          <ac:chgData name="Fariyaz Rahaman" userId="3001ba05a97f9ab1" providerId="LiveId" clId="{85B7E4A9-0174-4314-AF91-CEA42CF2574E}" dt="2026-01-10T18:26:40.617" v="694" actId="9405"/>
          <ac:inkMkLst>
            <pc:docMk/>
            <pc:sldMk cId="0" sldId="267"/>
            <ac:inkMk id="4" creationId="{7EA555F9-3A02-3EA4-616F-CB799345DBDA}"/>
          </ac:inkMkLst>
        </pc:inkChg>
        <pc:inkChg chg="add">
          <ac:chgData name="Fariyaz Rahaman" userId="3001ba05a97f9ab1" providerId="LiveId" clId="{85B7E4A9-0174-4314-AF91-CEA42CF2574E}" dt="2026-01-10T18:26:49.426" v="695" actId="9405"/>
          <ac:inkMkLst>
            <pc:docMk/>
            <pc:sldMk cId="0" sldId="267"/>
            <ac:inkMk id="6" creationId="{F953B7E5-D084-4FFA-3FC8-B7C9A4106D8E}"/>
          </ac:inkMkLst>
        </pc:inkChg>
      </pc:sldChg>
      <pc:sldChg chg="addSp delSp modSp mod ord">
        <pc:chgData name="Fariyaz Rahaman" userId="3001ba05a97f9ab1" providerId="LiveId" clId="{85B7E4A9-0174-4314-AF91-CEA42CF2574E}" dt="2026-01-11T15:25:25.088" v="2648" actId="20577"/>
        <pc:sldMkLst>
          <pc:docMk/>
          <pc:sldMk cId="0" sldId="268"/>
        </pc:sldMkLst>
        <pc:spChg chg="add del mod">
          <ac:chgData name="Fariyaz Rahaman" userId="3001ba05a97f9ab1" providerId="LiveId" clId="{85B7E4A9-0174-4314-AF91-CEA42CF2574E}" dt="2026-01-11T12:32:39.315" v="2046" actId="21"/>
          <ac:spMkLst>
            <pc:docMk/>
            <pc:sldMk cId="0" sldId="268"/>
            <ac:spMk id="2" creationId="{2BC4B732-5EC6-44CD-76D3-6FBF89AC92D1}"/>
          </ac:spMkLst>
        </pc:spChg>
        <pc:spChg chg="add del mod">
          <ac:chgData name="Fariyaz Rahaman" userId="3001ba05a97f9ab1" providerId="LiveId" clId="{85B7E4A9-0174-4314-AF91-CEA42CF2574E}" dt="2026-01-11T12:32:47.843" v="2048" actId="21"/>
          <ac:spMkLst>
            <pc:docMk/>
            <pc:sldMk cId="0" sldId="268"/>
            <ac:spMk id="4" creationId="{E6933044-8B8F-0728-BE81-93F5D4D9CC53}"/>
          </ac:spMkLst>
        </pc:spChg>
        <pc:spChg chg="add del mod">
          <ac:chgData name="Fariyaz Rahaman" userId="3001ba05a97f9ab1" providerId="LiveId" clId="{85B7E4A9-0174-4314-AF91-CEA42CF2574E}" dt="2026-01-11T12:32:53.117" v="2049" actId="21"/>
          <ac:spMkLst>
            <pc:docMk/>
            <pc:sldMk cId="0" sldId="268"/>
            <ac:spMk id="5" creationId="{ECB229E6-A8BC-11C1-8A4B-F7477CE5C3EB}"/>
          </ac:spMkLst>
        </pc:spChg>
        <pc:spChg chg="mod">
          <ac:chgData name="Fariyaz Rahaman" userId="3001ba05a97f9ab1" providerId="LiveId" clId="{85B7E4A9-0174-4314-AF91-CEA42CF2574E}" dt="2026-01-11T15:25:25.088" v="2648" actId="20577"/>
          <ac:spMkLst>
            <pc:docMk/>
            <pc:sldMk cId="0" sldId="268"/>
            <ac:spMk id="6" creationId="{00000000-0000-0000-0000-000000000000}"/>
          </ac:spMkLst>
        </pc:spChg>
        <pc:spChg chg="add del mod">
          <ac:chgData name="Fariyaz Rahaman" userId="3001ba05a97f9ab1" providerId="LiveId" clId="{85B7E4A9-0174-4314-AF91-CEA42CF2574E}" dt="2026-01-11T12:33:47.736" v="2058"/>
          <ac:spMkLst>
            <pc:docMk/>
            <pc:sldMk cId="0" sldId="268"/>
            <ac:spMk id="9" creationId="{A09AD2BE-FBD8-1C5F-E372-CF632E769B39}"/>
          </ac:spMkLst>
        </pc:spChg>
        <pc:spChg chg="add del mod">
          <ac:chgData name="Fariyaz Rahaman" userId="3001ba05a97f9ab1" providerId="LiveId" clId="{85B7E4A9-0174-4314-AF91-CEA42CF2574E}" dt="2026-01-11T12:33:47.730" v="2056" actId="21"/>
          <ac:spMkLst>
            <pc:docMk/>
            <pc:sldMk cId="0" sldId="268"/>
            <ac:spMk id="11" creationId="{ECB229E6-A8BC-11C1-8A4B-F7477CE5C3EB}"/>
          </ac:spMkLst>
        </pc:spChg>
        <pc:spChg chg="add del mod">
          <ac:chgData name="Fariyaz Rahaman" userId="3001ba05a97f9ab1" providerId="LiveId" clId="{85B7E4A9-0174-4314-AF91-CEA42CF2574E}" dt="2026-01-11T12:42:15.349" v="2080" actId="255"/>
          <ac:spMkLst>
            <pc:docMk/>
            <pc:sldMk cId="0" sldId="268"/>
            <ac:spMk id="13" creationId="{61703D30-7DE2-6994-E2BE-0E673D231471}"/>
          </ac:spMkLst>
        </pc:spChg>
        <pc:spChg chg="add">
          <ac:chgData name="Fariyaz Rahaman" userId="3001ba05a97f9ab1" providerId="LiveId" clId="{85B7E4A9-0174-4314-AF91-CEA42CF2574E}" dt="2026-01-11T12:34:38.710" v="2062"/>
          <ac:spMkLst>
            <pc:docMk/>
            <pc:sldMk cId="0" sldId="268"/>
            <ac:spMk id="15" creationId="{257ECD38-57A3-7FCB-B267-880F0D1DE61D}"/>
          </ac:spMkLst>
        </pc:spChg>
        <pc:picChg chg="add del mod">
          <ac:chgData name="Fariyaz Rahaman" userId="3001ba05a97f9ab1" providerId="LiveId" clId="{85B7E4A9-0174-4314-AF91-CEA42CF2574E}" dt="2026-01-11T11:45:21.858" v="1930" actId="21"/>
          <ac:picMkLst>
            <pc:docMk/>
            <pc:sldMk cId="0" sldId="268"/>
            <ac:picMk id="7" creationId="{DEF0DBE5-9C7D-A73E-E53B-96D82F7D514B}"/>
          </ac:picMkLst>
        </pc:picChg>
        <pc:picChg chg="add del mod">
          <ac:chgData name="Fariyaz Rahaman" userId="3001ba05a97f9ab1" providerId="LiveId" clId="{85B7E4A9-0174-4314-AF91-CEA42CF2574E}" dt="2026-01-11T12:32:28.282" v="2044" actId="21"/>
          <ac:picMkLst>
            <pc:docMk/>
            <pc:sldMk cId="0" sldId="268"/>
            <ac:picMk id="10" creationId="{0C8BF547-6A03-FD2E-89B1-C851273D0857}"/>
          </ac:picMkLst>
        </pc:picChg>
        <pc:picChg chg="add del mod">
          <ac:chgData name="Fariyaz Rahaman" userId="3001ba05a97f9ab1" providerId="LiveId" clId="{85B7E4A9-0174-4314-AF91-CEA42CF2574E}" dt="2026-01-11T12:32:42.902" v="2047" actId="21"/>
          <ac:picMkLst>
            <pc:docMk/>
            <pc:sldMk cId="0" sldId="268"/>
            <ac:picMk id="12" creationId="{3BFDB936-D51A-D5AA-F448-4AB0BF6446A5}"/>
          </ac:picMkLst>
        </pc:picChg>
        <pc:picChg chg="add del mod">
          <ac:chgData name="Fariyaz Rahaman" userId="3001ba05a97f9ab1" providerId="LiveId" clId="{85B7E4A9-0174-4314-AF91-CEA42CF2574E}" dt="2026-01-11T12:32:30.585" v="2045" actId="21"/>
          <ac:picMkLst>
            <pc:docMk/>
            <pc:sldMk cId="0" sldId="268"/>
            <ac:picMk id="14" creationId="{C380627E-90A5-CEE0-6978-1F6863235578}"/>
          </ac:picMkLst>
        </pc:picChg>
      </pc:sldChg>
      <pc:sldChg chg="addSp delSp modSp mod ord">
        <pc:chgData name="Fariyaz Rahaman" userId="3001ba05a97f9ab1" providerId="LiveId" clId="{85B7E4A9-0174-4314-AF91-CEA42CF2574E}" dt="2026-01-11T16:54:50.846" v="2662"/>
        <pc:sldMkLst>
          <pc:docMk/>
          <pc:sldMk cId="0" sldId="269"/>
        </pc:sldMkLst>
        <pc:spChg chg="add mod">
          <ac:chgData name="Fariyaz Rahaman" userId="3001ba05a97f9ab1" providerId="LiveId" clId="{85B7E4A9-0174-4314-AF91-CEA42CF2574E}" dt="2026-01-11T12:43:36.231" v="2085" actId="2711"/>
          <ac:spMkLst>
            <pc:docMk/>
            <pc:sldMk cId="0" sldId="269"/>
            <ac:spMk id="4" creationId="{5DCB8198-005B-0DBD-0DEE-7F13D4E61911}"/>
          </ac:spMkLst>
        </pc:spChg>
        <pc:spChg chg="add del mod">
          <ac:chgData name="Fariyaz Rahaman" userId="3001ba05a97f9ab1" providerId="LiveId" clId="{85B7E4A9-0174-4314-AF91-CEA42CF2574E}" dt="2026-01-11T11:39:24.595" v="1912"/>
          <ac:spMkLst>
            <pc:docMk/>
            <pc:sldMk cId="0" sldId="269"/>
            <ac:spMk id="5" creationId="{0C625436-D684-05C1-C36B-169285674229}"/>
          </ac:spMkLst>
        </pc:spChg>
        <pc:spChg chg="add mod">
          <ac:chgData name="Fariyaz Rahaman" userId="3001ba05a97f9ab1" providerId="LiveId" clId="{85B7E4A9-0174-4314-AF91-CEA42CF2574E}" dt="2026-01-11T12:43:51.173" v="2086" actId="2711"/>
          <ac:spMkLst>
            <pc:docMk/>
            <pc:sldMk cId="0" sldId="269"/>
            <ac:spMk id="6" creationId="{1F26AFC2-757C-3747-8031-0A087EF720F9}"/>
          </ac:spMkLst>
        </pc:spChg>
        <pc:spChg chg="add mod">
          <ac:chgData name="Fariyaz Rahaman" userId="3001ba05a97f9ab1" providerId="LiveId" clId="{85B7E4A9-0174-4314-AF91-CEA42CF2574E}" dt="2026-01-11T15:08:20.589" v="2530" actId="113"/>
          <ac:spMkLst>
            <pc:docMk/>
            <pc:sldMk cId="0" sldId="269"/>
            <ac:spMk id="7" creationId="{AD2DE9A1-3BF6-8D4E-DECF-B6C9D5009CCC}"/>
          </ac:spMkLst>
        </pc:spChg>
        <pc:picChg chg="add mod">
          <ac:chgData name="Fariyaz Rahaman" userId="3001ba05a97f9ab1" providerId="LiveId" clId="{85B7E4A9-0174-4314-AF91-CEA42CF2574E}" dt="2026-01-11T11:48:10.325" v="1934" actId="1076"/>
          <ac:picMkLst>
            <pc:docMk/>
            <pc:sldMk cId="0" sldId="269"/>
            <ac:picMk id="8" creationId="{78D97E02-93CE-1F1F-438F-BEA2298D72AF}"/>
          </ac:picMkLst>
        </pc:picChg>
        <pc:picChg chg="add mod">
          <ac:chgData name="Fariyaz Rahaman" userId="3001ba05a97f9ab1" providerId="LiveId" clId="{85B7E4A9-0174-4314-AF91-CEA42CF2574E}" dt="2026-01-11T11:48:07.659" v="1933" actId="1076"/>
          <ac:picMkLst>
            <pc:docMk/>
            <pc:sldMk cId="0" sldId="269"/>
            <ac:picMk id="10" creationId="{C5083C56-472D-F322-9CDE-2D64640E46C7}"/>
          </ac:picMkLst>
        </pc:picChg>
      </pc:sldChg>
      <pc:sldChg chg="addSp delSp modSp mod">
        <pc:chgData name="Fariyaz Rahaman" userId="3001ba05a97f9ab1" providerId="LiveId" clId="{85B7E4A9-0174-4314-AF91-CEA42CF2574E}" dt="2026-01-12T10:57:24.390" v="2709" actId="1076"/>
        <pc:sldMkLst>
          <pc:docMk/>
          <pc:sldMk cId="0" sldId="270"/>
        </pc:sldMkLst>
        <pc:spChg chg="mod">
          <ac:chgData name="Fariyaz Rahaman" userId="3001ba05a97f9ab1" providerId="LiveId" clId="{85B7E4A9-0174-4314-AF91-CEA42CF2574E}" dt="2026-01-10T15:52:55.962" v="304" actId="14826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Fariyaz Rahaman" userId="3001ba05a97f9ab1" providerId="LiveId" clId="{85B7E4A9-0174-4314-AF91-CEA42CF2574E}" dt="2026-01-12T10:57:24.390" v="2709" actId="1076"/>
          <ac:spMkLst>
            <pc:docMk/>
            <pc:sldMk cId="0" sldId="270"/>
            <ac:spMk id="7" creationId="{818714B4-930F-0CD7-573F-5253C4988DB3}"/>
          </ac:spMkLst>
        </pc:spChg>
        <pc:spChg chg="add mod">
          <ac:chgData name="Fariyaz Rahaman" userId="3001ba05a97f9ab1" providerId="LiveId" clId="{85B7E4A9-0174-4314-AF91-CEA42CF2574E}" dt="2026-01-12T10:57:16.411" v="2708" actId="1076"/>
          <ac:spMkLst>
            <pc:docMk/>
            <pc:sldMk cId="0" sldId="270"/>
            <ac:spMk id="8" creationId="{37E03240-F57B-4F3C-5767-201DD9CF754D}"/>
          </ac:spMkLst>
        </pc:spChg>
        <pc:spChg chg="add mod">
          <ac:chgData name="Fariyaz Rahaman" userId="3001ba05a97f9ab1" providerId="LiveId" clId="{85B7E4A9-0174-4314-AF91-CEA42CF2574E}" dt="2026-01-11T15:16:06.912" v="2571" actId="115"/>
          <ac:spMkLst>
            <pc:docMk/>
            <pc:sldMk cId="0" sldId="270"/>
            <ac:spMk id="10" creationId="{BACF4A72-A2AD-5997-1A40-1155BE01EC37}"/>
          </ac:spMkLst>
        </pc:spChg>
        <pc:grpChg chg="mod">
          <ac:chgData name="Fariyaz Rahaman" userId="3001ba05a97f9ab1" providerId="LiveId" clId="{85B7E4A9-0174-4314-AF91-CEA42CF2574E}" dt="2026-01-12T10:55:42.826" v="2679" actId="1076"/>
          <ac:grpSpMkLst>
            <pc:docMk/>
            <pc:sldMk cId="0" sldId="270"/>
            <ac:grpSpMk id="3" creationId="{00000000-0000-0000-0000-000000000000}"/>
          </ac:grpSpMkLst>
        </pc:grpChg>
        <pc:picChg chg="mod">
          <ac:chgData name="Fariyaz Rahaman" userId="3001ba05a97f9ab1" providerId="LiveId" clId="{85B7E4A9-0174-4314-AF91-CEA42CF2574E}" dt="2026-01-10T15:52:55.962" v="304" actId="14826"/>
          <ac:picMkLst>
            <pc:docMk/>
            <pc:sldMk cId="0" sldId="270"/>
            <ac:picMk id="5" creationId="{00000000-0000-0000-0000-000000000000}"/>
          </ac:picMkLst>
        </pc:picChg>
        <pc:picChg chg="mod">
          <ac:chgData name="Fariyaz Rahaman" userId="3001ba05a97f9ab1" providerId="LiveId" clId="{85B7E4A9-0174-4314-AF91-CEA42CF2574E}" dt="2026-01-12T10:56:33.098" v="2694" actId="1076"/>
          <ac:picMkLst>
            <pc:docMk/>
            <pc:sldMk cId="0" sldId="270"/>
            <ac:picMk id="6" creationId="{00000000-0000-0000-0000-000000000000}"/>
          </ac:picMkLst>
        </pc:picChg>
      </pc:sldChg>
      <pc:sldChg chg="addSp delSp modSp mod">
        <pc:chgData name="Fariyaz Rahaman" userId="3001ba05a97f9ab1" providerId="LiveId" clId="{85B7E4A9-0174-4314-AF91-CEA42CF2574E}" dt="2026-01-11T15:16:20.741" v="2574" actId="115"/>
        <pc:sldMkLst>
          <pc:docMk/>
          <pc:sldMk cId="0" sldId="271"/>
        </pc:sldMkLst>
        <pc:spChg chg="mod">
          <ac:chgData name="Fariyaz Rahaman" userId="3001ba05a97f9ab1" providerId="LiveId" clId="{85B7E4A9-0174-4314-AF91-CEA42CF2574E}" dt="2026-01-11T15:16:20.741" v="2574" actId="115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Fariyaz Rahaman" userId="3001ba05a97f9ab1" providerId="LiveId" clId="{85B7E4A9-0174-4314-AF91-CEA42CF2574E}" dt="2026-01-11T10:04:02.949" v="1002" actId="2711"/>
          <ac:spMkLst>
            <pc:docMk/>
            <pc:sldMk cId="0" sldId="271"/>
            <ac:spMk id="5" creationId="{0DB86AB9-B383-756F-F24C-24517C06D79F}"/>
          </ac:spMkLst>
        </pc:spChg>
      </pc:sldChg>
      <pc:sldChg chg="addSp delSp modSp mod">
        <pc:chgData name="Fariyaz Rahaman" userId="3001ba05a97f9ab1" providerId="LiveId" clId="{85B7E4A9-0174-4314-AF91-CEA42CF2574E}" dt="2026-01-11T15:16:43.739" v="2577" actId="115"/>
        <pc:sldMkLst>
          <pc:docMk/>
          <pc:sldMk cId="0" sldId="272"/>
        </pc:sldMkLst>
        <pc:spChg chg="mod">
          <ac:chgData name="Fariyaz Rahaman" userId="3001ba05a97f9ab1" providerId="LiveId" clId="{85B7E4A9-0174-4314-AF91-CEA42CF2574E}" dt="2026-01-11T15:16:43.739" v="2577" actId="115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Fariyaz Rahaman" userId="3001ba05a97f9ab1" providerId="LiveId" clId="{85B7E4A9-0174-4314-AF91-CEA42CF2574E}" dt="2026-01-11T09:57:32.095" v="984" actId="2711"/>
          <ac:spMkLst>
            <pc:docMk/>
            <pc:sldMk cId="0" sldId="272"/>
            <ac:spMk id="12" creationId="{C8A86B47-D98B-6137-D741-94FDC7AD5EA1}"/>
          </ac:spMkLst>
        </pc:spChg>
      </pc:sldChg>
      <pc:sldChg chg="addSp delSp modSp mod">
        <pc:chgData name="Fariyaz Rahaman" userId="3001ba05a97f9ab1" providerId="LiveId" clId="{85B7E4A9-0174-4314-AF91-CEA42CF2574E}" dt="2026-01-11T15:10:27.438" v="2548" actId="113"/>
        <pc:sldMkLst>
          <pc:docMk/>
          <pc:sldMk cId="1567759910" sldId="274"/>
        </pc:sldMkLst>
        <pc:spChg chg="mod">
          <ac:chgData name="Fariyaz Rahaman" userId="3001ba05a97f9ab1" providerId="LiveId" clId="{85B7E4A9-0174-4314-AF91-CEA42CF2574E}" dt="2026-01-11T15:10:27.438" v="2548" actId="113"/>
          <ac:spMkLst>
            <pc:docMk/>
            <pc:sldMk cId="1567759910" sldId="274"/>
            <ac:spMk id="3" creationId="{B0D5EDC8-3B75-3303-8324-D6285F61F63E}"/>
          </ac:spMkLst>
        </pc:spChg>
        <pc:spChg chg="add">
          <ac:chgData name="Fariyaz Rahaman" userId="3001ba05a97f9ab1" providerId="LiveId" clId="{85B7E4A9-0174-4314-AF91-CEA42CF2574E}" dt="2026-01-11T09:34:15.594" v="778"/>
          <ac:spMkLst>
            <pc:docMk/>
            <pc:sldMk cId="1567759910" sldId="274"/>
            <ac:spMk id="4" creationId="{C4328233-43ED-01EB-E4EA-FB1D3EB22261}"/>
          </ac:spMkLst>
        </pc:spChg>
        <pc:spChg chg="add">
          <ac:chgData name="Fariyaz Rahaman" userId="3001ba05a97f9ab1" providerId="LiveId" clId="{85B7E4A9-0174-4314-AF91-CEA42CF2574E}" dt="2026-01-11T09:34:32.360" v="780"/>
          <ac:spMkLst>
            <pc:docMk/>
            <pc:sldMk cId="1567759910" sldId="274"/>
            <ac:spMk id="5" creationId="{01CF27E2-6871-709F-49B7-46DDB596B64E}"/>
          </ac:spMkLst>
        </pc:spChg>
        <pc:spChg chg="add del mod">
          <ac:chgData name="Fariyaz Rahaman" userId="3001ba05a97f9ab1" providerId="LiveId" clId="{85B7E4A9-0174-4314-AF91-CEA42CF2574E}" dt="2026-01-11T14:48:45.601" v="2223" actId="20577"/>
          <ac:spMkLst>
            <pc:docMk/>
            <pc:sldMk cId="1567759910" sldId="274"/>
            <ac:spMk id="10" creationId="{FE59A7A9-FA33-7F05-016E-AD1CAA805EC2}"/>
          </ac:spMkLst>
        </pc:spChg>
      </pc:sldChg>
      <pc:sldChg chg="modSp mod">
        <pc:chgData name="Fariyaz Rahaman" userId="3001ba05a97f9ab1" providerId="LiveId" clId="{85B7E4A9-0174-4314-AF91-CEA42CF2574E}" dt="2026-01-11T15:10:12.900" v="2545" actId="113"/>
        <pc:sldMkLst>
          <pc:docMk/>
          <pc:sldMk cId="3785234388" sldId="275"/>
        </pc:sldMkLst>
        <pc:spChg chg="mod">
          <ac:chgData name="Fariyaz Rahaman" userId="3001ba05a97f9ab1" providerId="LiveId" clId="{85B7E4A9-0174-4314-AF91-CEA42CF2574E}" dt="2026-01-11T15:10:12.900" v="2545" actId="113"/>
          <ac:spMkLst>
            <pc:docMk/>
            <pc:sldMk cId="3785234388" sldId="275"/>
            <ac:spMk id="3" creationId="{84C34E43-B4AA-DD62-3B7A-FDBF7089B0A0}"/>
          </ac:spMkLst>
        </pc:spChg>
        <pc:spChg chg="mod">
          <ac:chgData name="Fariyaz Rahaman" userId="3001ba05a97f9ab1" providerId="LiveId" clId="{85B7E4A9-0174-4314-AF91-CEA42CF2574E}" dt="2026-01-11T10:21:27.903" v="1011" actId="2711"/>
          <ac:spMkLst>
            <pc:docMk/>
            <pc:sldMk cId="3785234388" sldId="275"/>
            <ac:spMk id="10" creationId="{CC53EB8A-28FF-9AF1-5239-CCFFBCC2BE6A}"/>
          </ac:spMkLst>
        </pc:spChg>
      </pc:sldChg>
      <pc:sldChg chg="addSp delSp modSp add mod">
        <pc:chgData name="Fariyaz Rahaman" userId="3001ba05a97f9ab1" providerId="LiveId" clId="{85B7E4A9-0174-4314-AF91-CEA42CF2574E}" dt="2026-01-11T15:13:53.637" v="2563" actId="255"/>
        <pc:sldMkLst>
          <pc:docMk/>
          <pc:sldMk cId="2449629714" sldId="276"/>
        </pc:sldMkLst>
        <pc:spChg chg="mod">
          <ac:chgData name="Fariyaz Rahaman" userId="3001ba05a97f9ab1" providerId="LiveId" clId="{85B7E4A9-0174-4314-AF91-CEA42CF2574E}" dt="2026-01-11T15:13:53.637" v="2563" actId="255"/>
          <ac:spMkLst>
            <pc:docMk/>
            <pc:sldMk cId="2449629714" sldId="276"/>
            <ac:spMk id="3" creationId="{517738C6-FEF9-813F-F506-83921FC7821A}"/>
          </ac:spMkLst>
        </pc:spChg>
        <pc:spChg chg="add">
          <ac:chgData name="Fariyaz Rahaman" userId="3001ba05a97f9ab1" providerId="LiveId" clId="{85B7E4A9-0174-4314-AF91-CEA42CF2574E}" dt="2026-01-11T09:44:48.096" v="929"/>
          <ac:spMkLst>
            <pc:docMk/>
            <pc:sldMk cId="2449629714" sldId="276"/>
            <ac:spMk id="4" creationId="{698BD449-5840-66AF-675B-11374C669ADA}"/>
          </ac:spMkLst>
        </pc:spChg>
        <pc:spChg chg="add">
          <ac:chgData name="Fariyaz Rahaman" userId="3001ba05a97f9ab1" providerId="LiveId" clId="{85B7E4A9-0174-4314-AF91-CEA42CF2574E}" dt="2026-01-11T15:12:31.981" v="2553"/>
          <ac:spMkLst>
            <pc:docMk/>
            <pc:sldMk cId="2449629714" sldId="276"/>
            <ac:spMk id="4" creationId="{6C6D45C5-613F-12B5-B49D-9DE27E103B1E}"/>
          </ac:spMkLst>
        </pc:spChg>
        <pc:spChg chg="add del mod">
          <ac:chgData name="Fariyaz Rahaman" userId="3001ba05a97f9ab1" providerId="LiveId" clId="{85B7E4A9-0174-4314-AF91-CEA42CF2574E}" dt="2026-01-11T09:45:35.418" v="943" actId="2711"/>
          <ac:spMkLst>
            <pc:docMk/>
            <pc:sldMk cId="2449629714" sldId="276"/>
            <ac:spMk id="5" creationId="{4F48F5FC-193A-0CEA-9CA4-BFBCD658B44A}"/>
          </ac:spMkLst>
        </pc:spChg>
        <pc:spChg chg="add">
          <ac:chgData name="Fariyaz Rahaman" userId="3001ba05a97f9ab1" providerId="LiveId" clId="{85B7E4A9-0174-4314-AF91-CEA42CF2574E}" dt="2026-01-11T15:12:36.389" v="2555"/>
          <ac:spMkLst>
            <pc:docMk/>
            <pc:sldMk cId="2449629714" sldId="276"/>
            <ac:spMk id="5" creationId="{F92D610A-B972-6679-8782-9A492CE9D1C6}"/>
          </ac:spMkLst>
        </pc:spChg>
        <pc:spChg chg="add">
          <ac:chgData name="Fariyaz Rahaman" userId="3001ba05a97f9ab1" providerId="LiveId" clId="{85B7E4A9-0174-4314-AF91-CEA42CF2574E}" dt="2026-01-11T09:45:11.506" v="935"/>
          <ac:spMkLst>
            <pc:docMk/>
            <pc:sldMk cId="2449629714" sldId="276"/>
            <ac:spMk id="6" creationId="{9CA89A00-7F3A-135B-7D7A-C80969A3E349}"/>
          </ac:spMkLst>
        </pc:spChg>
        <pc:spChg chg="add">
          <ac:chgData name="Fariyaz Rahaman" userId="3001ba05a97f9ab1" providerId="LiveId" clId="{85B7E4A9-0174-4314-AF91-CEA42CF2574E}" dt="2026-01-11T09:45:31.075" v="940"/>
          <ac:spMkLst>
            <pc:docMk/>
            <pc:sldMk cId="2449629714" sldId="276"/>
            <ac:spMk id="7" creationId="{7554DA24-5E59-3D56-9967-0FBB678EEDB5}"/>
          </ac:spMkLst>
        </pc:spChg>
        <pc:spChg chg="add del mod">
          <ac:chgData name="Fariyaz Rahaman" userId="3001ba05a97f9ab1" providerId="LiveId" clId="{85B7E4A9-0174-4314-AF91-CEA42CF2574E}" dt="2026-01-11T09:46:17.407" v="950" actId="255"/>
          <ac:spMkLst>
            <pc:docMk/>
            <pc:sldMk cId="2449629714" sldId="276"/>
            <ac:spMk id="8" creationId="{FFEED2AB-9C1E-ECFB-5FE5-B27FD1BAFCD7}"/>
          </ac:spMkLst>
        </pc:spChg>
        <pc:spChg chg="add">
          <ac:chgData name="Fariyaz Rahaman" userId="3001ba05a97f9ab1" providerId="LiveId" clId="{85B7E4A9-0174-4314-AF91-CEA42CF2574E}" dt="2026-01-11T09:45:56.332" v="946"/>
          <ac:spMkLst>
            <pc:docMk/>
            <pc:sldMk cId="2449629714" sldId="276"/>
            <ac:spMk id="9" creationId="{C3EDBF2D-1370-FA48-1AAA-658BC2A49B16}"/>
          </ac:spMkLst>
        </pc:spChg>
        <pc:spChg chg="del mod">
          <ac:chgData name="Fariyaz Rahaman" userId="3001ba05a97f9ab1" providerId="LiveId" clId="{85B7E4A9-0174-4314-AF91-CEA42CF2574E}" dt="2026-01-11T09:44:52.011" v="931"/>
          <ac:spMkLst>
            <pc:docMk/>
            <pc:sldMk cId="2449629714" sldId="276"/>
            <ac:spMk id="10" creationId="{0A3CBED5-9709-9375-A66B-F46F58D12142}"/>
          </ac:spMkLst>
        </pc:spChg>
        <pc:spChg chg="add">
          <ac:chgData name="Fariyaz Rahaman" userId="3001ba05a97f9ab1" providerId="LiveId" clId="{85B7E4A9-0174-4314-AF91-CEA42CF2574E}" dt="2026-01-11T09:46:21.925" v="951"/>
          <ac:spMkLst>
            <pc:docMk/>
            <pc:sldMk cId="2449629714" sldId="276"/>
            <ac:spMk id="11" creationId="{DA26B496-8EB1-2D87-03A5-33D402BE6FE6}"/>
          </ac:spMkLst>
        </pc:spChg>
        <pc:spChg chg="add mod">
          <ac:chgData name="Fariyaz Rahaman" userId="3001ba05a97f9ab1" providerId="LiveId" clId="{85B7E4A9-0174-4314-AF91-CEA42CF2574E}" dt="2026-01-11T15:13:31.023" v="2562" actId="2711"/>
          <ac:spMkLst>
            <pc:docMk/>
            <pc:sldMk cId="2449629714" sldId="276"/>
            <ac:spMk id="12" creationId="{119C1832-6B81-2313-AF3B-AF2574E16E23}"/>
          </ac:spMkLst>
        </pc:spChg>
      </pc:sldChg>
      <pc:sldChg chg="addSp delSp modSp add mod">
        <pc:chgData name="Fariyaz Rahaman" userId="3001ba05a97f9ab1" providerId="LiveId" clId="{85B7E4A9-0174-4314-AF91-CEA42CF2574E}" dt="2026-01-11T15:06:38" v="2495" actId="1076"/>
        <pc:sldMkLst>
          <pc:docMk/>
          <pc:sldMk cId="1468637572" sldId="277"/>
        </pc:sldMkLst>
        <pc:spChg chg="del mod">
          <ac:chgData name="Fariyaz Rahaman" userId="3001ba05a97f9ab1" providerId="LiveId" clId="{85B7E4A9-0174-4314-AF91-CEA42CF2574E}" dt="2026-01-11T12:53:43.888" v="2091" actId="21"/>
          <ac:spMkLst>
            <pc:docMk/>
            <pc:sldMk cId="1468637572" sldId="277"/>
            <ac:spMk id="2" creationId="{E3C9AB85-A5E1-A4F6-4784-C41B5808C3DF}"/>
          </ac:spMkLst>
        </pc:spChg>
        <pc:spChg chg="del mod">
          <ac:chgData name="Fariyaz Rahaman" userId="3001ba05a97f9ab1" providerId="LiveId" clId="{85B7E4A9-0174-4314-AF91-CEA42CF2574E}" dt="2026-01-11T12:53:52.237" v="2093" actId="21"/>
          <ac:spMkLst>
            <pc:docMk/>
            <pc:sldMk cId="1468637572" sldId="277"/>
            <ac:spMk id="4" creationId="{DB1DEBF9-8E4C-3845-08F5-9088777E8C50}"/>
          </ac:spMkLst>
        </pc:spChg>
        <pc:spChg chg="del mod">
          <ac:chgData name="Fariyaz Rahaman" userId="3001ba05a97f9ab1" providerId="LiveId" clId="{85B7E4A9-0174-4314-AF91-CEA42CF2574E}" dt="2026-01-11T12:54:00.078" v="2095" actId="21"/>
          <ac:spMkLst>
            <pc:docMk/>
            <pc:sldMk cId="1468637572" sldId="277"/>
            <ac:spMk id="5" creationId="{C9716239-CC42-F190-5AD9-18AA580CDB81}"/>
          </ac:spMkLst>
        </pc:spChg>
        <pc:spChg chg="mod">
          <ac:chgData name="Fariyaz Rahaman" userId="3001ba05a97f9ab1" providerId="LiveId" clId="{85B7E4A9-0174-4314-AF91-CEA42CF2574E}" dt="2026-01-11T15:06:14.381" v="2491" actId="115"/>
          <ac:spMkLst>
            <pc:docMk/>
            <pc:sldMk cId="1468637572" sldId="277"/>
            <ac:spMk id="6" creationId="{ED47D97A-34B6-567B-906A-D973F219D634}"/>
          </ac:spMkLst>
        </pc:spChg>
        <pc:spChg chg="add mod">
          <ac:chgData name="Fariyaz Rahaman" userId="3001ba05a97f9ab1" providerId="LiveId" clId="{85B7E4A9-0174-4314-AF91-CEA42CF2574E}" dt="2026-01-11T12:58:39.435" v="2134" actId="1076"/>
          <ac:spMkLst>
            <pc:docMk/>
            <pc:sldMk cId="1468637572" sldId="277"/>
            <ac:spMk id="18" creationId="{ED996E8C-CEE5-A12A-AE10-AD37DB059085}"/>
          </ac:spMkLst>
        </pc:spChg>
        <pc:spChg chg="add mod">
          <ac:chgData name="Fariyaz Rahaman" userId="3001ba05a97f9ab1" providerId="LiveId" clId="{85B7E4A9-0174-4314-AF91-CEA42CF2574E}" dt="2026-01-11T12:59:50.984" v="2164" actId="20577"/>
          <ac:spMkLst>
            <pc:docMk/>
            <pc:sldMk cId="1468637572" sldId="277"/>
            <ac:spMk id="19" creationId="{1DC9E9E8-6F74-30F9-385A-D700BA42F0A4}"/>
          </ac:spMkLst>
        </pc:spChg>
        <pc:spChg chg="add mod">
          <ac:chgData name="Fariyaz Rahaman" userId="3001ba05a97f9ab1" providerId="LiveId" clId="{85B7E4A9-0174-4314-AF91-CEA42CF2574E}" dt="2026-01-11T15:06:38" v="2495" actId="1076"/>
          <ac:spMkLst>
            <pc:docMk/>
            <pc:sldMk cId="1468637572" sldId="277"/>
            <ac:spMk id="20" creationId="{3C85407E-5152-6975-7A6B-94072ACB5239}"/>
          </ac:spMkLst>
        </pc:spChg>
        <pc:picChg chg="add mod">
          <ac:chgData name="Fariyaz Rahaman" userId="3001ba05a97f9ab1" providerId="LiveId" clId="{85B7E4A9-0174-4314-AF91-CEA42CF2574E}" dt="2026-01-11T12:55:28.501" v="2109" actId="14100"/>
          <ac:picMkLst>
            <pc:docMk/>
            <pc:sldMk cId="1468637572" sldId="277"/>
            <ac:picMk id="7" creationId="{8403FF4B-695C-C418-7C22-1429217DC941}"/>
          </ac:picMkLst>
        </pc:picChg>
        <pc:picChg chg="del">
          <ac:chgData name="Fariyaz Rahaman" userId="3001ba05a97f9ab1" providerId="LiveId" clId="{85B7E4A9-0174-4314-AF91-CEA42CF2574E}" dt="2026-01-11T12:53:37.355" v="2090" actId="21"/>
          <ac:picMkLst>
            <pc:docMk/>
            <pc:sldMk cId="1468637572" sldId="277"/>
            <ac:picMk id="10" creationId="{F32099A7-BEE0-0E73-DB92-88371A934AC8}"/>
          </ac:picMkLst>
        </pc:picChg>
        <pc:picChg chg="add del mod">
          <ac:chgData name="Fariyaz Rahaman" userId="3001ba05a97f9ab1" providerId="LiveId" clId="{85B7E4A9-0174-4314-AF91-CEA42CF2574E}" dt="2026-01-11T12:54:42.157" v="2101" actId="21"/>
          <ac:picMkLst>
            <pc:docMk/>
            <pc:sldMk cId="1468637572" sldId="277"/>
            <ac:picMk id="11" creationId="{F474FA49-8776-7383-4EA8-710A8CBDA9BF}"/>
          </ac:picMkLst>
        </pc:picChg>
        <pc:picChg chg="del">
          <ac:chgData name="Fariyaz Rahaman" userId="3001ba05a97f9ab1" providerId="LiveId" clId="{85B7E4A9-0174-4314-AF91-CEA42CF2574E}" dt="2026-01-11T12:53:47.582" v="2092" actId="21"/>
          <ac:picMkLst>
            <pc:docMk/>
            <pc:sldMk cId="1468637572" sldId="277"/>
            <ac:picMk id="12" creationId="{811425D6-010F-1242-162E-712EFF1A0937}"/>
          </ac:picMkLst>
        </pc:picChg>
        <pc:picChg chg="del">
          <ac:chgData name="Fariyaz Rahaman" userId="3001ba05a97f9ab1" providerId="LiveId" clId="{85B7E4A9-0174-4314-AF91-CEA42CF2574E}" dt="2026-01-11T12:53:55.680" v="2094" actId="21"/>
          <ac:picMkLst>
            <pc:docMk/>
            <pc:sldMk cId="1468637572" sldId="277"/>
            <ac:picMk id="14" creationId="{87A50239-7979-418B-1CA7-6CBBE7B23E11}"/>
          </ac:picMkLst>
        </pc:picChg>
        <pc:picChg chg="add mod">
          <ac:chgData name="Fariyaz Rahaman" userId="3001ba05a97f9ab1" providerId="LiveId" clId="{85B7E4A9-0174-4314-AF91-CEA42CF2574E}" dt="2026-01-11T12:55:23.831" v="2108" actId="14100"/>
          <ac:picMkLst>
            <pc:docMk/>
            <pc:sldMk cId="1468637572" sldId="277"/>
            <ac:picMk id="15" creationId="{D76EA38F-1AA5-13D0-E0F3-C8BDA97AC29F}"/>
          </ac:picMkLst>
        </pc:picChg>
        <pc:picChg chg="add mod">
          <ac:chgData name="Fariyaz Rahaman" userId="3001ba05a97f9ab1" providerId="LiveId" clId="{85B7E4A9-0174-4314-AF91-CEA42CF2574E}" dt="2026-01-11T15:06:23.327" v="2493" actId="1076"/>
          <ac:picMkLst>
            <pc:docMk/>
            <pc:sldMk cId="1468637572" sldId="277"/>
            <ac:picMk id="17" creationId="{D31E0D69-B0AC-23A0-66EC-0E3D7BDFC05B}"/>
          </ac:picMkLst>
        </pc:picChg>
      </pc:sldChg>
      <pc:sldChg chg="new del">
        <pc:chgData name="Fariyaz Rahaman" userId="3001ba05a97f9ab1" providerId="LiveId" clId="{85B7E4A9-0174-4314-AF91-CEA42CF2574E}" dt="2026-01-11T11:47:47.628" v="1932" actId="680"/>
        <pc:sldMkLst>
          <pc:docMk/>
          <pc:sldMk cId="2285323915" sldId="277"/>
        </pc:sldMkLst>
      </pc:sldChg>
      <pc:sldChg chg="delSp modSp add mod">
        <pc:chgData name="Fariyaz Rahaman" userId="3001ba05a97f9ab1" providerId="LiveId" clId="{85B7E4A9-0174-4314-AF91-CEA42CF2574E}" dt="2026-01-11T15:24:00.457" v="2634" actId="14100"/>
        <pc:sldMkLst>
          <pc:docMk/>
          <pc:sldMk cId="696581636" sldId="278"/>
        </pc:sldMkLst>
        <pc:spChg chg="mod">
          <ac:chgData name="Fariyaz Rahaman" userId="3001ba05a97f9ab1" providerId="LiveId" clId="{85B7E4A9-0174-4314-AF91-CEA42CF2574E}" dt="2026-01-11T15:23:57.307" v="2633" actId="1076"/>
          <ac:spMkLst>
            <pc:docMk/>
            <pc:sldMk cId="696581636" sldId="278"/>
            <ac:spMk id="2" creationId="{D58176ED-3B6D-6E5F-39FC-89F17E04C9A5}"/>
          </ac:spMkLst>
        </pc:spChg>
        <pc:spChg chg="del">
          <ac:chgData name="Fariyaz Rahaman" userId="3001ba05a97f9ab1" providerId="LiveId" clId="{85B7E4A9-0174-4314-AF91-CEA42CF2574E}" dt="2026-01-11T15:05:18.882" v="2477" actId="21"/>
          <ac:spMkLst>
            <pc:docMk/>
            <pc:sldMk cId="696581636" sldId="278"/>
            <ac:spMk id="4" creationId="{95A10228-C1E8-B342-F022-6DC53C85C70C}"/>
          </ac:spMkLst>
        </pc:spChg>
        <pc:spChg chg="del">
          <ac:chgData name="Fariyaz Rahaman" userId="3001ba05a97f9ab1" providerId="LiveId" clId="{85B7E4A9-0174-4314-AF91-CEA42CF2574E}" dt="2026-01-11T15:05:25.659" v="2479" actId="21"/>
          <ac:spMkLst>
            <pc:docMk/>
            <pc:sldMk cId="696581636" sldId="278"/>
            <ac:spMk id="5" creationId="{100C833D-8DE6-301E-E3A5-E7685FA2080E}"/>
          </ac:spMkLst>
        </pc:spChg>
        <pc:spChg chg="mod">
          <ac:chgData name="Fariyaz Rahaman" userId="3001ba05a97f9ab1" providerId="LiveId" clId="{85B7E4A9-0174-4314-AF91-CEA42CF2574E}" dt="2026-01-11T15:07:20.697" v="2507" actId="20577"/>
          <ac:spMkLst>
            <pc:docMk/>
            <pc:sldMk cId="696581636" sldId="278"/>
            <ac:spMk id="6" creationId="{CFB1A8CC-FBE7-BE58-1FC1-7587FF75476D}"/>
          </ac:spMkLst>
        </pc:spChg>
        <pc:picChg chg="mod">
          <ac:chgData name="Fariyaz Rahaman" userId="3001ba05a97f9ab1" providerId="LiveId" clId="{85B7E4A9-0174-4314-AF91-CEA42CF2574E}" dt="2026-01-11T15:24:00.457" v="2634" actId="14100"/>
          <ac:picMkLst>
            <pc:docMk/>
            <pc:sldMk cId="696581636" sldId="278"/>
            <ac:picMk id="10" creationId="{9620F889-E8FD-968C-0165-3EF525949414}"/>
          </ac:picMkLst>
        </pc:picChg>
        <pc:picChg chg="del">
          <ac:chgData name="Fariyaz Rahaman" userId="3001ba05a97f9ab1" providerId="LiveId" clId="{85B7E4A9-0174-4314-AF91-CEA42CF2574E}" dt="2026-01-11T15:05:14.216" v="2476" actId="21"/>
          <ac:picMkLst>
            <pc:docMk/>
            <pc:sldMk cId="696581636" sldId="278"/>
            <ac:picMk id="12" creationId="{EDB4C12A-A7AB-3B70-8CD7-E7D798A9C096}"/>
          </ac:picMkLst>
        </pc:picChg>
        <pc:picChg chg="del">
          <ac:chgData name="Fariyaz Rahaman" userId="3001ba05a97f9ab1" providerId="LiveId" clId="{85B7E4A9-0174-4314-AF91-CEA42CF2574E}" dt="2026-01-11T15:05:21.108" v="2478" actId="21"/>
          <ac:picMkLst>
            <pc:docMk/>
            <pc:sldMk cId="696581636" sldId="278"/>
            <ac:picMk id="14" creationId="{13ADC8A0-9B4A-06F4-7A83-9BE7642AB52E}"/>
          </ac:picMkLst>
        </pc:picChg>
      </pc:sldChg>
      <pc:sldChg chg="delSp modSp add mod ord">
        <pc:chgData name="Fariyaz Rahaman" userId="3001ba05a97f9ab1" providerId="LiveId" clId="{85B7E4A9-0174-4314-AF91-CEA42CF2574E}" dt="2026-01-11T15:26:48.045" v="2656" actId="20577"/>
        <pc:sldMkLst>
          <pc:docMk/>
          <pc:sldMk cId="2914247801" sldId="279"/>
        </pc:sldMkLst>
        <pc:spChg chg="mod">
          <ac:chgData name="Fariyaz Rahaman" userId="3001ba05a97f9ab1" providerId="LiveId" clId="{85B7E4A9-0174-4314-AF91-CEA42CF2574E}" dt="2026-01-11T15:26:48.045" v="2656" actId="20577"/>
          <ac:spMkLst>
            <pc:docMk/>
            <pc:sldMk cId="2914247801" sldId="279"/>
            <ac:spMk id="2" creationId="{22C731A4-966E-B0D6-970C-A59021C973AF}"/>
          </ac:spMkLst>
        </pc:spChg>
        <pc:spChg chg="mod">
          <ac:chgData name="Fariyaz Rahaman" userId="3001ba05a97f9ab1" providerId="LiveId" clId="{85B7E4A9-0174-4314-AF91-CEA42CF2574E}" dt="2026-01-11T15:22:15.233" v="2627" actId="20577"/>
          <ac:spMkLst>
            <pc:docMk/>
            <pc:sldMk cId="2914247801" sldId="279"/>
            <ac:spMk id="3" creationId="{43EF09A7-7002-922A-68BB-1DF163E2FE1D}"/>
          </ac:spMkLst>
        </pc:spChg>
        <pc:spChg chg="del mod">
          <ac:chgData name="Fariyaz Rahaman" userId="3001ba05a97f9ab1" providerId="LiveId" clId="{85B7E4A9-0174-4314-AF91-CEA42CF2574E}" dt="2026-01-11T14:54:15.599" v="2258"/>
          <ac:spMkLst>
            <pc:docMk/>
            <pc:sldMk cId="2914247801" sldId="279"/>
            <ac:spMk id="8" creationId="{3D7463F5-DB68-43AC-C0D7-64BFEF6990C8}"/>
          </ac:spMkLst>
        </pc:spChg>
        <pc:picChg chg="mod">
          <ac:chgData name="Fariyaz Rahaman" userId="3001ba05a97f9ab1" providerId="LiveId" clId="{85B7E4A9-0174-4314-AF91-CEA42CF2574E}" dt="2026-01-11T14:54:22.655" v="2260" actId="14100"/>
          <ac:picMkLst>
            <pc:docMk/>
            <pc:sldMk cId="2914247801" sldId="279"/>
            <ac:picMk id="4" creationId="{571D9661-BC81-EA1B-9B78-F140BC71724E}"/>
          </ac:picMkLst>
        </pc:picChg>
        <pc:picChg chg="mod">
          <ac:chgData name="Fariyaz Rahaman" userId="3001ba05a97f9ab1" providerId="LiveId" clId="{85B7E4A9-0174-4314-AF91-CEA42CF2574E}" dt="2026-01-11T15:22:35.177" v="2631" actId="14100"/>
          <ac:picMkLst>
            <pc:docMk/>
            <pc:sldMk cId="2914247801" sldId="279"/>
            <ac:picMk id="5" creationId="{3FF20C59-1532-99F6-0CEE-98DC7A69D9D1}"/>
          </ac:picMkLst>
        </pc:picChg>
        <pc:picChg chg="mod">
          <ac:chgData name="Fariyaz Rahaman" userId="3001ba05a97f9ab1" providerId="LiveId" clId="{85B7E4A9-0174-4314-AF91-CEA42CF2574E}" dt="2026-01-11T15:22:29.791" v="2629" actId="1076"/>
          <ac:picMkLst>
            <pc:docMk/>
            <pc:sldMk cId="2914247801" sldId="279"/>
            <ac:picMk id="6" creationId="{6D770766-9D40-E40B-023E-376788DDC23B}"/>
          </ac:picMkLst>
        </pc:picChg>
        <pc:picChg chg="mod">
          <ac:chgData name="Fariyaz Rahaman" userId="3001ba05a97f9ab1" providerId="LiveId" clId="{85B7E4A9-0174-4314-AF91-CEA42CF2574E}" dt="2026-01-11T14:54:33.798" v="2262" actId="14100"/>
          <ac:picMkLst>
            <pc:docMk/>
            <pc:sldMk cId="2914247801" sldId="279"/>
            <ac:picMk id="7" creationId="{B92EEC97-1532-8E55-82FE-75339084F3BA}"/>
          </ac:picMkLst>
        </pc:picChg>
      </pc:sldChg>
      <pc:sldChg chg="delSp modSp add mod">
        <pc:chgData name="Fariyaz Rahaman" userId="3001ba05a97f9ab1" providerId="LiveId" clId="{85B7E4A9-0174-4314-AF91-CEA42CF2574E}" dt="2026-01-11T15:24:50.595" v="2641" actId="14100"/>
        <pc:sldMkLst>
          <pc:docMk/>
          <pc:sldMk cId="1870975883" sldId="280"/>
        </pc:sldMkLst>
        <pc:spChg chg="del">
          <ac:chgData name="Fariyaz Rahaman" userId="3001ba05a97f9ab1" providerId="LiveId" clId="{85B7E4A9-0174-4314-AF91-CEA42CF2574E}" dt="2026-01-11T15:02:55.950" v="2457" actId="21"/>
          <ac:spMkLst>
            <pc:docMk/>
            <pc:sldMk cId="1870975883" sldId="280"/>
            <ac:spMk id="2" creationId="{8B66882F-DB91-1AB9-DA9B-476C204DB1BA}"/>
          </ac:spMkLst>
        </pc:spChg>
        <pc:spChg chg="mod">
          <ac:chgData name="Fariyaz Rahaman" userId="3001ba05a97f9ab1" providerId="LiveId" clId="{85B7E4A9-0174-4314-AF91-CEA42CF2574E}" dt="2026-01-11T15:24:42.960" v="2640" actId="1076"/>
          <ac:spMkLst>
            <pc:docMk/>
            <pc:sldMk cId="1870975883" sldId="280"/>
            <ac:spMk id="4" creationId="{1AD8EFC1-D95D-02CB-B5DD-85B60ECC02A4}"/>
          </ac:spMkLst>
        </pc:spChg>
        <pc:spChg chg="mod">
          <ac:chgData name="Fariyaz Rahaman" userId="3001ba05a97f9ab1" providerId="LiveId" clId="{85B7E4A9-0174-4314-AF91-CEA42CF2574E}" dt="2026-01-11T15:24:34.674" v="2639" actId="1076"/>
          <ac:spMkLst>
            <pc:docMk/>
            <pc:sldMk cId="1870975883" sldId="280"/>
            <ac:spMk id="5" creationId="{139A68BC-C6A8-077E-8299-A98890312E93}"/>
          </ac:spMkLst>
        </pc:spChg>
        <pc:spChg chg="mod">
          <ac:chgData name="Fariyaz Rahaman" userId="3001ba05a97f9ab1" providerId="LiveId" clId="{85B7E4A9-0174-4314-AF91-CEA42CF2574E}" dt="2026-01-11T15:07:48.344" v="2518" actId="20577"/>
          <ac:spMkLst>
            <pc:docMk/>
            <pc:sldMk cId="1870975883" sldId="280"/>
            <ac:spMk id="6" creationId="{5503AFBD-F21C-CF94-D550-B7D93BB127F3}"/>
          </ac:spMkLst>
        </pc:spChg>
        <pc:picChg chg="del">
          <ac:chgData name="Fariyaz Rahaman" userId="3001ba05a97f9ab1" providerId="LiveId" clId="{85B7E4A9-0174-4314-AF91-CEA42CF2574E}" dt="2026-01-11T15:02:51.468" v="2456" actId="21"/>
          <ac:picMkLst>
            <pc:docMk/>
            <pc:sldMk cId="1870975883" sldId="280"/>
            <ac:picMk id="10" creationId="{ADCB00D9-5252-49C0-0C0A-86816B7BDB51}"/>
          </ac:picMkLst>
        </pc:picChg>
        <pc:picChg chg="mod">
          <ac:chgData name="Fariyaz Rahaman" userId="3001ba05a97f9ab1" providerId="LiveId" clId="{85B7E4A9-0174-4314-AF91-CEA42CF2574E}" dt="2026-01-11T15:24:50.595" v="2641" actId="14100"/>
          <ac:picMkLst>
            <pc:docMk/>
            <pc:sldMk cId="1870975883" sldId="280"/>
            <ac:picMk id="12" creationId="{ADF1102B-3ABE-B7FF-26FC-197005BBCAFE}"/>
          </ac:picMkLst>
        </pc:picChg>
        <pc:picChg chg="mod">
          <ac:chgData name="Fariyaz Rahaman" userId="3001ba05a97f9ab1" providerId="LiveId" clId="{85B7E4A9-0174-4314-AF91-CEA42CF2574E}" dt="2026-01-11T15:24:22.087" v="2637" actId="1076"/>
          <ac:picMkLst>
            <pc:docMk/>
            <pc:sldMk cId="1870975883" sldId="280"/>
            <ac:picMk id="14" creationId="{FFA8DD55-0DC5-76F6-0AAE-B250C73FF4CF}"/>
          </ac:picMkLst>
        </pc:picChg>
      </pc:sldChg>
      <pc:sldChg chg="addSp modSp mod">
        <pc:chgData name="Fariyaz Rahaman" userId="3001ba05a97f9ab1" providerId="LiveId" clId="{85B7E4A9-0174-4314-AF91-CEA42CF2574E}" dt="2026-01-12T10:58:36.061" v="2728" actId="122"/>
        <pc:sldMkLst>
          <pc:docMk/>
          <pc:sldMk cId="1892866885" sldId="281"/>
        </pc:sldMkLst>
        <pc:spChg chg="add mod">
          <ac:chgData name="Fariyaz Rahaman" userId="3001ba05a97f9ab1" providerId="LiveId" clId="{85B7E4A9-0174-4314-AF91-CEA42CF2574E}" dt="2026-01-12T10:58:36.061" v="2728" actId="122"/>
          <ac:spMkLst>
            <pc:docMk/>
            <pc:sldMk cId="1892866885" sldId="281"/>
            <ac:spMk id="8" creationId="{E9A9DB46-C461-D085-7857-D3EC0D866432}"/>
          </ac:spMkLst>
        </pc:spChg>
        <pc:picChg chg="mod">
          <ac:chgData name="Fariyaz Rahaman" userId="3001ba05a97f9ab1" providerId="LiveId" clId="{85B7E4A9-0174-4314-AF91-CEA42CF2574E}" dt="2026-01-12T10:57:54.135" v="2710" actId="14100"/>
          <ac:picMkLst>
            <pc:docMk/>
            <pc:sldMk cId="1892866885" sldId="281"/>
            <ac:picMk id="5" creationId="{ED308626-808D-4BA4-0F8D-11D55497B937}"/>
          </ac:picMkLst>
        </pc:picChg>
      </pc:sldChg>
      <pc:sldChg chg="addSp delSp modSp add mod">
        <pc:chgData name="Fariyaz Rahaman" userId="3001ba05a97f9ab1" providerId="LiveId" clId="{85B7E4A9-0174-4314-AF91-CEA42CF2574E}" dt="2026-01-12T11:11:04.010" v="2784" actId="14100"/>
        <pc:sldMkLst>
          <pc:docMk/>
          <pc:sldMk cId="2169352224" sldId="282"/>
        </pc:sldMkLst>
        <pc:spChg chg="del">
          <ac:chgData name="Fariyaz Rahaman" userId="3001ba05a97f9ab1" providerId="LiveId" clId="{85B7E4A9-0174-4314-AF91-CEA42CF2574E}" dt="2026-01-12T11:05:17.271" v="2746" actId="21"/>
          <ac:spMkLst>
            <pc:docMk/>
            <pc:sldMk cId="2169352224" sldId="282"/>
            <ac:spMk id="4" creationId="{1E03A8C0-0F7F-7A5C-C21E-5748008A80D9}"/>
          </ac:spMkLst>
        </pc:spChg>
        <pc:spChg chg="del">
          <ac:chgData name="Fariyaz Rahaman" userId="3001ba05a97f9ab1" providerId="LiveId" clId="{85B7E4A9-0174-4314-AF91-CEA42CF2574E}" dt="2026-01-12T11:05:26.790" v="2748" actId="21"/>
          <ac:spMkLst>
            <pc:docMk/>
            <pc:sldMk cId="2169352224" sldId="282"/>
            <ac:spMk id="5" creationId="{11C3F418-DD40-3162-457B-8FE3187C3909}"/>
          </ac:spMkLst>
        </pc:spChg>
        <pc:spChg chg="del">
          <ac:chgData name="Fariyaz Rahaman" userId="3001ba05a97f9ab1" providerId="LiveId" clId="{85B7E4A9-0174-4314-AF91-CEA42CF2574E}" dt="2026-01-12T11:05:21.984" v="2747" actId="21"/>
          <ac:spMkLst>
            <pc:docMk/>
            <pc:sldMk cId="2169352224" sldId="282"/>
            <ac:spMk id="6" creationId="{3D49C8D0-90E9-03C1-42EC-A946BC74B603}"/>
          </ac:spMkLst>
        </pc:spChg>
        <pc:spChg chg="add mod">
          <ac:chgData name="Fariyaz Rahaman" userId="3001ba05a97f9ab1" providerId="LiveId" clId="{85B7E4A9-0174-4314-AF91-CEA42CF2574E}" dt="2026-01-12T11:11:04.010" v="2784" actId="14100"/>
          <ac:spMkLst>
            <pc:docMk/>
            <pc:sldMk cId="2169352224" sldId="282"/>
            <ac:spMk id="12" creationId="{45A5BE52-BFF3-7A82-354B-CAF8421111F2}"/>
          </ac:spMkLst>
        </pc:spChg>
        <pc:spChg chg="add mod">
          <ac:chgData name="Fariyaz Rahaman" userId="3001ba05a97f9ab1" providerId="LiveId" clId="{85B7E4A9-0174-4314-AF91-CEA42CF2574E}" dt="2026-01-12T11:10:11.276" v="2780" actId="1076"/>
          <ac:spMkLst>
            <pc:docMk/>
            <pc:sldMk cId="2169352224" sldId="282"/>
            <ac:spMk id="13" creationId="{41F12C68-5698-C1C7-D2E2-7CD0BB8CA778}"/>
          </ac:spMkLst>
        </pc:spChg>
        <pc:picChg chg="del">
          <ac:chgData name="Fariyaz Rahaman" userId="3001ba05a97f9ab1" providerId="LiveId" clId="{85B7E4A9-0174-4314-AF91-CEA42CF2574E}" dt="2026-01-12T11:05:10.295" v="2744" actId="21"/>
          <ac:picMkLst>
            <pc:docMk/>
            <pc:sldMk cId="2169352224" sldId="282"/>
            <ac:picMk id="8" creationId="{6806A1DD-8BAF-BFD6-DDA4-53FC8BE57274}"/>
          </ac:picMkLst>
        </pc:picChg>
        <pc:picChg chg="del">
          <ac:chgData name="Fariyaz Rahaman" userId="3001ba05a97f9ab1" providerId="LiveId" clId="{85B7E4A9-0174-4314-AF91-CEA42CF2574E}" dt="2026-01-12T11:05:13.008" v="2745" actId="21"/>
          <ac:picMkLst>
            <pc:docMk/>
            <pc:sldMk cId="2169352224" sldId="282"/>
            <ac:picMk id="10" creationId="{AE3FD1CB-11B8-7ACA-CBF5-FE003AEAD5A8}"/>
          </ac:picMkLst>
        </pc:picChg>
        <pc:picChg chg="add mod">
          <ac:chgData name="Fariyaz Rahaman" userId="3001ba05a97f9ab1" providerId="LiveId" clId="{85B7E4A9-0174-4314-AF91-CEA42CF2574E}" dt="2026-01-12T11:10:23.536" v="2782" actId="14100"/>
          <ac:picMkLst>
            <pc:docMk/>
            <pc:sldMk cId="2169352224" sldId="282"/>
            <ac:picMk id="11" creationId="{8A5B2476-E34D-B457-34E8-27A067EEE06A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0T18:26:49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24575,'3'0'0,"5"0"0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E5450-9B79-4987-BCE3-CEF8EF30025B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F36EC-66C7-49F4-AF6D-4EC6A7738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330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-2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29675" y="4495499"/>
            <a:ext cx="686435" cy="0"/>
          </a:xfrm>
          <a:custGeom>
            <a:avLst/>
            <a:gdLst/>
            <a:ahLst/>
            <a:cxnLst/>
            <a:rect l="l" t="t" r="r" b="b"/>
            <a:pathLst>
              <a:path w="686435">
                <a:moveTo>
                  <a:pt x="0" y="0"/>
                </a:moveTo>
                <a:lnTo>
                  <a:pt x="686399" y="0"/>
                </a:lnTo>
              </a:path>
            </a:pathLst>
          </a:custGeom>
          <a:ln w="19049">
            <a:solidFill>
              <a:srgbClr val="26A6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41100" y="1204086"/>
            <a:ext cx="1976754" cy="295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FFFAF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711899"/>
            <a:ext cx="9144000" cy="3432175"/>
          </a:xfrm>
          <a:custGeom>
            <a:avLst/>
            <a:gdLst/>
            <a:ahLst/>
            <a:cxnLst/>
            <a:rect l="l" t="t" r="r" b="b"/>
            <a:pathLst>
              <a:path w="9144000" h="3432175">
                <a:moveTo>
                  <a:pt x="0" y="3431599"/>
                </a:moveTo>
                <a:lnTo>
                  <a:pt x="9143999" y="3431599"/>
                </a:lnTo>
                <a:lnTo>
                  <a:pt x="9143999" y="0"/>
                </a:lnTo>
                <a:lnTo>
                  <a:pt x="0" y="0"/>
                </a:lnTo>
                <a:lnTo>
                  <a:pt x="0" y="3431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9"/>
            <a:ext cx="9144000" cy="1711960"/>
          </a:xfrm>
          <a:custGeom>
            <a:avLst/>
            <a:gdLst/>
            <a:ahLst/>
            <a:cxnLst/>
            <a:rect l="l" t="t" r="r" b="b"/>
            <a:pathLst>
              <a:path w="9144000" h="1711960">
                <a:moveTo>
                  <a:pt x="9143999" y="1711799"/>
                </a:moveTo>
                <a:lnTo>
                  <a:pt x="0" y="1711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711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41934" y="3597499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0" y="0"/>
                </a:moveTo>
                <a:lnTo>
                  <a:pt x="390299" y="0"/>
                </a:lnTo>
              </a:path>
            </a:pathLst>
          </a:custGeom>
          <a:ln w="28574">
            <a:solidFill>
              <a:srgbClr val="FFFA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97635"/>
            <a:ext cx="837454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3057" y="846389"/>
            <a:ext cx="6637884" cy="1303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8160" y="133350"/>
            <a:ext cx="7035165" cy="197554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5030"/>
              </a:lnSpc>
              <a:spcBef>
                <a:spcPts val="204"/>
              </a:spcBef>
            </a:pPr>
            <a:r>
              <a:rPr lang="en-US" sz="3600" dirty="0"/>
              <a:t>AI-Driven Plant Disease Detection for Smart Agriculture Using CNN</a:t>
            </a:r>
            <a:endParaRPr lang="en-IN" sz="3600" dirty="0"/>
          </a:p>
          <a:p>
            <a:pPr marL="12700" marR="5080">
              <a:lnSpc>
                <a:spcPts val="5030"/>
              </a:lnSpc>
              <a:spcBef>
                <a:spcPts val="204"/>
              </a:spcBef>
            </a:pPr>
            <a:endParaRPr sz="4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2775545"/>
            <a:ext cx="3810000" cy="76559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012190" marR="5080" indent="-1000125">
              <a:lnSpc>
                <a:spcPts val="2850"/>
              </a:lnSpc>
              <a:spcBef>
                <a:spcPts val="220"/>
              </a:spcBef>
            </a:pPr>
            <a:r>
              <a:rPr lang="en-US" spc="180" dirty="0">
                <a:solidFill>
                  <a:srgbClr val="B7B7B7"/>
                </a:solidFill>
                <a:latin typeface="Calibri"/>
                <a:cs typeface="Calibri"/>
              </a:rPr>
              <a:t>Under the Guidance</a:t>
            </a:r>
            <a:r>
              <a:rPr spc="180" dirty="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B7B7B7"/>
                </a:solidFill>
                <a:latin typeface="Calibri"/>
                <a:cs typeface="Calibri"/>
              </a:rPr>
              <a:t>:</a:t>
            </a:r>
            <a:r>
              <a:rPr spc="180" dirty="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endParaRPr lang="en-US" spc="180" dirty="0">
              <a:solidFill>
                <a:srgbClr val="B7B7B7"/>
              </a:solidFill>
              <a:latin typeface="Calibri"/>
              <a:cs typeface="Calibri"/>
            </a:endParaRPr>
          </a:p>
          <a:p>
            <a:pPr marL="1012190" marR="5080" indent="-1000125">
              <a:lnSpc>
                <a:spcPts val="2850"/>
              </a:lnSpc>
              <a:spcBef>
                <a:spcPts val="220"/>
              </a:spcBef>
            </a:pPr>
            <a:r>
              <a:rPr spc="200" dirty="0">
                <a:solidFill>
                  <a:srgbClr val="B7B7B7"/>
                </a:solidFill>
                <a:latin typeface="Calibri"/>
                <a:cs typeface="Calibri"/>
              </a:rPr>
              <a:t>Dr.</a:t>
            </a:r>
            <a:r>
              <a:rPr spc="180" dirty="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r>
              <a:rPr lang="en-US" spc="225" dirty="0">
                <a:solidFill>
                  <a:srgbClr val="B7B7B7"/>
                </a:solidFill>
                <a:latin typeface="Calibri"/>
                <a:cs typeface="Calibri"/>
              </a:rPr>
              <a:t>Zeenat </a:t>
            </a:r>
            <a:r>
              <a:rPr lang="en-US" spc="225" dirty="0" err="1">
                <a:solidFill>
                  <a:srgbClr val="B7B7B7"/>
                </a:solidFill>
                <a:latin typeface="Calibri"/>
                <a:cs typeface="Calibri"/>
              </a:rPr>
              <a:t>Rehena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1902488"/>
            <a:ext cx="4724400" cy="698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lang="en-US" spc="310" dirty="0">
                <a:solidFill>
                  <a:srgbClr val="B7B7B7"/>
                </a:solidFill>
                <a:latin typeface="Calibri"/>
                <a:cs typeface="Calibri"/>
              </a:rPr>
              <a:t>Presented</a:t>
            </a:r>
            <a:r>
              <a:rPr spc="310" dirty="0">
                <a:solidFill>
                  <a:srgbClr val="B7B7B7"/>
                </a:solidFill>
                <a:latin typeface="Calibri"/>
                <a:cs typeface="Calibri"/>
              </a:rPr>
              <a:t> </a:t>
            </a:r>
            <a:r>
              <a:rPr lang="en-US" spc="80" dirty="0">
                <a:solidFill>
                  <a:srgbClr val="B7B7B7"/>
                </a:solidFill>
                <a:latin typeface="Calibri"/>
                <a:cs typeface="Calibri"/>
              </a:rPr>
              <a:t>By</a:t>
            </a:r>
            <a:r>
              <a:rPr spc="80" dirty="0">
                <a:solidFill>
                  <a:srgbClr val="B7B7B7"/>
                </a:solidFill>
                <a:latin typeface="Calibri"/>
                <a:cs typeface="Calibri"/>
              </a:rPr>
              <a:t>:</a:t>
            </a:r>
            <a:endParaRPr dirty="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65"/>
              </a:spcBef>
            </a:pPr>
            <a:r>
              <a:rPr lang="en-US" dirty="0">
                <a:solidFill>
                  <a:srgbClr val="B7B7B7"/>
                </a:solidFill>
                <a:latin typeface="Calibri"/>
                <a:cs typeface="Calibri"/>
              </a:rPr>
              <a:t>Md Fariyaz Rahaman – CSE224030</a:t>
            </a:r>
          </a:p>
          <a:p>
            <a:pPr marL="12700" marR="5080">
              <a:lnSpc>
                <a:spcPts val="1650"/>
              </a:lnSpc>
              <a:spcBef>
                <a:spcPts val="65"/>
              </a:spcBef>
            </a:pPr>
            <a:r>
              <a:rPr lang="en-US" dirty="0" err="1">
                <a:solidFill>
                  <a:srgbClr val="B7B7B7"/>
                </a:solidFill>
                <a:latin typeface="Calibri"/>
                <a:cs typeface="Calibri"/>
              </a:rPr>
              <a:t>Imatj</a:t>
            </a:r>
            <a:r>
              <a:rPr lang="en-US" dirty="0">
                <a:solidFill>
                  <a:srgbClr val="B7B7B7"/>
                </a:solidFill>
                <a:latin typeface="Calibri"/>
                <a:cs typeface="Calibri"/>
              </a:rPr>
              <a:t> Ali – CSE224033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D16C0-210E-1F8D-D7E1-BDCFD26ADE83}"/>
              </a:ext>
            </a:extLst>
          </p:cNvPr>
          <p:cNvSpPr txBox="1"/>
          <p:nvPr/>
        </p:nvSpPr>
        <p:spPr>
          <a:xfrm>
            <a:off x="518160" y="3706496"/>
            <a:ext cx="5205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Aliah University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97635"/>
            <a:ext cx="8374549" cy="801758"/>
          </a:xfrm>
          <a:prstGeom prst="rect">
            <a:avLst/>
          </a:prstGeom>
        </p:spPr>
        <p:txBody>
          <a:bodyPr vert="horz" wrap="square" lIns="0" tIns="30632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u="sng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3300" y="1053561"/>
            <a:ext cx="5149300" cy="313868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355"/>
              </a:spcBef>
              <a:buFont typeface="SimSun-ExtB"/>
              <a:buChar char="➢"/>
              <a:tabLst>
                <a:tab pos="44069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indent="-427990">
              <a:lnSpc>
                <a:spcPct val="100000"/>
              </a:lnSpc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440690" indent="-427990">
              <a:lnSpc>
                <a:spcPct val="100000"/>
              </a:lnSpc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lang="en-US"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40690" indent="-427990">
              <a:lnSpc>
                <a:spcPct val="100000"/>
              </a:lnSpc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indent="-427990">
              <a:lnSpc>
                <a:spcPct val="100000"/>
              </a:lnSpc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440690" indent="-427990"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lang="en-IN"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Description</a:t>
            </a:r>
            <a:endParaRPr lang="en-US" sz="1600" spc="1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indent="-427990"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lang="en-IN"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indent="-427990">
              <a:lnSpc>
                <a:spcPct val="100000"/>
              </a:lnSpc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lang="en-IN"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sz="1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indent="-427990">
              <a:lnSpc>
                <a:spcPct val="100000"/>
              </a:lnSpc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lang="en-IN"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indent="-427990">
              <a:lnSpc>
                <a:spcPct val="100000"/>
              </a:lnSpc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0690" indent="-427990">
              <a:lnSpc>
                <a:spcPct val="100000"/>
              </a:lnSpc>
              <a:spcBef>
                <a:spcPts val="254"/>
              </a:spcBef>
              <a:buFont typeface="SimSun-ExtB"/>
              <a:buChar char="➢"/>
              <a:tabLst>
                <a:tab pos="440690" algn="l"/>
              </a:tabLst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3A71F-F5F2-2A8A-EFC7-1C5BF5288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E6E5AC-A9F6-2C94-08A9-6F330DC54E2B}"/>
              </a:ext>
            </a:extLst>
          </p:cNvPr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0D5EDC8-3B75-3303-8324-D6285F61F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5" y="97635"/>
            <a:ext cx="8374549" cy="801758"/>
          </a:xfrm>
          <a:prstGeom prst="rect">
            <a:avLst/>
          </a:prstGeom>
        </p:spPr>
        <p:txBody>
          <a:bodyPr vert="horz" wrap="square" lIns="0" tIns="306324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u="sng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59A7A9-FA33-7F05-016E-AD1CAA805EC2}"/>
              </a:ext>
            </a:extLst>
          </p:cNvPr>
          <p:cNvSpPr txBox="1"/>
          <p:nvPr/>
        </p:nvSpPr>
        <p:spPr>
          <a:xfrm>
            <a:off x="304800" y="1047750"/>
            <a:ext cx="769247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Plant diseases are a major cause of crop loss and reduced agricultural productivity.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Traditional disease detection methods rely on manual inspection, which can be time-consuming and prone to errors.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Deep Learning techniques, especially Convolutional Neural Networks (CNNs), enable accurate and automated plant disease detection.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This project develops a Plant Disease Recognition System using a CNN model trained on plant leaf images from the Kaggle dataset.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 Flask-based web application allows users to upload leaf images and receive disease predictions along with causes and treatment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567759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0D396-CDBD-771F-029C-ECCDC380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2BD15C-0244-9328-9712-744E717C5352}"/>
              </a:ext>
            </a:extLst>
          </p:cNvPr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4C34E43-B4AA-DD62-3B7A-FDBF7089B0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5" y="97635"/>
            <a:ext cx="8374549" cy="801758"/>
          </a:xfrm>
          <a:prstGeom prst="rect">
            <a:avLst/>
          </a:prstGeom>
        </p:spPr>
        <p:txBody>
          <a:bodyPr vert="horz" wrap="square" lIns="0" tIns="306324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b="1" u="sng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3EB8A-28FF-9AF1-5239-CCFFBCC2BE6A}"/>
              </a:ext>
            </a:extLst>
          </p:cNvPr>
          <p:cNvSpPr txBox="1"/>
          <p:nvPr/>
        </p:nvSpPr>
        <p:spPr>
          <a:xfrm>
            <a:off x="384725" y="1047750"/>
            <a:ext cx="7692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mage quality and lighting conditions can affect prediction accuracy.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Similar disease symptoms may lead to classification challenges.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Model performance depends on the quality and diversity of the training dataset.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system can only detect diseases included in the trained dataset.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Real-world images may reduce prediction accuracy compared to dataset images.</a:t>
            </a:r>
          </a:p>
        </p:txBody>
      </p:sp>
    </p:spTree>
    <p:extLst>
      <p:ext uri="{BB962C8B-B14F-4D97-AF65-F5344CB8AC3E}">
        <p14:creationId xmlns:p14="http://schemas.microsoft.com/office/powerpoint/2010/main" val="378523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207C-94A2-D1E3-CC0D-569EDADD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68EAD4E-BD2F-ACE6-0012-A7184055EBB1}"/>
              </a:ext>
            </a:extLst>
          </p:cNvPr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7738C6-FEF9-813F-F506-83921FC78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5" y="97635"/>
            <a:ext cx="8374549" cy="801758"/>
          </a:xfrm>
          <a:prstGeom prst="rect">
            <a:avLst/>
          </a:prstGeom>
        </p:spPr>
        <p:txBody>
          <a:bodyPr vert="horz" wrap="square" lIns="0" tIns="306324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32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3200" b="1" u="sng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C1832-6B81-2313-AF3B-AF2574E16E23}"/>
              </a:ext>
            </a:extLst>
          </p:cNvPr>
          <p:cNvSpPr txBox="1"/>
          <p:nvPr/>
        </p:nvSpPr>
        <p:spPr>
          <a:xfrm>
            <a:off x="457200" y="1047750"/>
            <a:ext cx="8229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Convolutional Neural Network (CNN)-based Plant Disease Recognition System capable of accurately detecting and classifying healthy and diseased plant leaves using image data collected from the Kaggle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Flask web application that allows users to upload plant leaf images, receive real-time disease predictions, and obtain disease-related information, causes, and treatment recommendations to support effective crop management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44962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97635"/>
            <a:ext cx="8374549" cy="914397"/>
          </a:xfrm>
          <a:prstGeom prst="rect">
            <a:avLst/>
          </a:prstGeom>
        </p:spPr>
        <p:txBody>
          <a:bodyPr vert="horz" wrap="square" lIns="0" tIns="417874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b="1" u="sng" spc="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6DEC77-EB40-17B6-6B17-D058AB4AD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179880"/>
              </p:ext>
            </p:extLst>
          </p:nvPr>
        </p:nvGraphicFramePr>
        <p:xfrm>
          <a:off x="236048" y="1047750"/>
          <a:ext cx="8374550" cy="389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752">
                  <a:extLst>
                    <a:ext uri="{9D8B030D-6E8A-4147-A177-3AD203B41FA5}">
                      <a16:colId xmlns:a16="http://schemas.microsoft.com/office/drawing/2014/main" val="893313411"/>
                    </a:ext>
                  </a:extLst>
                </a:gridCol>
                <a:gridCol w="1066726">
                  <a:extLst>
                    <a:ext uri="{9D8B030D-6E8A-4147-A177-3AD203B41FA5}">
                      <a16:colId xmlns:a16="http://schemas.microsoft.com/office/drawing/2014/main" val="244815007"/>
                    </a:ext>
                  </a:extLst>
                </a:gridCol>
                <a:gridCol w="4286297">
                  <a:extLst>
                    <a:ext uri="{9D8B030D-6E8A-4147-A177-3AD203B41FA5}">
                      <a16:colId xmlns:a16="http://schemas.microsoft.com/office/drawing/2014/main" val="3269586475"/>
                    </a:ext>
                  </a:extLst>
                </a:gridCol>
                <a:gridCol w="1558653">
                  <a:extLst>
                    <a:ext uri="{9D8B030D-6E8A-4147-A177-3AD203B41FA5}">
                      <a16:colId xmlns:a16="http://schemas.microsoft.com/office/drawing/2014/main" val="656684133"/>
                    </a:ext>
                  </a:extLst>
                </a:gridCol>
                <a:gridCol w="1013122">
                  <a:extLst>
                    <a:ext uri="{9D8B030D-6E8A-4147-A177-3AD203B41FA5}">
                      <a16:colId xmlns:a16="http://schemas.microsoft.com/office/drawing/2014/main" val="2732641560"/>
                    </a:ext>
                  </a:extLst>
                </a:gridCol>
              </a:tblGrid>
              <a:tr h="44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543130"/>
                  </a:ext>
                </a:extLst>
              </a:tr>
              <a:tr h="772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Dubey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and Classification of Apple Fruit Diseases Using Local Binary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 + 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028930"/>
                  </a:ext>
                </a:extLst>
              </a:tr>
              <a:tr h="772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Revathi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of Cotton Leaf Spot Diseases Using Image Processing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 + ANN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488597"/>
                  </a:ext>
                </a:extLst>
              </a:tr>
              <a:tr h="631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Pujari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of Plant Diseases Using Image Processing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 + 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184324"/>
                  </a:ext>
                </a:extLst>
              </a:tr>
              <a:tr h="631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Kamble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Disease Detection Using Convolutional Neural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812632"/>
                  </a:ext>
                </a:extLst>
              </a:tr>
              <a:tr h="631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Patil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 Disease Detection Using Deep Learning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9798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50FEA-DDE4-319D-D35C-65A16B01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C731A4-966E-B0D6-970C-A59021C97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000" y="48031"/>
            <a:ext cx="7086601" cy="127021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402840" marR="5080" indent="-2390775" algn="ctr">
              <a:lnSpc>
                <a:spcPts val="5030"/>
              </a:lnSpc>
              <a:spcBef>
                <a:spcPts val="204"/>
              </a:spcBef>
            </a:pPr>
            <a:r>
              <a:rPr sz="3200" u="sng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3200" u="sng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Description</a:t>
            </a:r>
          </a:p>
          <a:p>
            <a:pPr marL="2402840" marR="5080" indent="-2390775" algn="ctr">
              <a:lnSpc>
                <a:spcPts val="5030"/>
              </a:lnSpc>
              <a:spcBef>
                <a:spcPts val="204"/>
              </a:spcBef>
            </a:pPr>
            <a:endParaRPr sz="3200" u="sng" spc="1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3EF09A7-7002-922A-68BB-1DF163E2FE1D}"/>
              </a:ext>
            </a:extLst>
          </p:cNvPr>
          <p:cNvSpPr txBox="1"/>
          <p:nvPr/>
        </p:nvSpPr>
        <p:spPr>
          <a:xfrm>
            <a:off x="914399" y="3181350"/>
            <a:ext cx="7315201" cy="143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:- </a:t>
            </a:r>
            <a:r>
              <a:rPr lang="en-IN" b="1" dirty="0" err="1"/>
              <a:t>PlantVillage</a:t>
            </a:r>
            <a:r>
              <a:rPr lang="en-IN" b="1" dirty="0"/>
              <a:t> Dataset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u="heavy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https://www.kaggle.com/datasets/abdallahalidev/plantvillage-dataset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3430" marR="765810" algn="ctr">
              <a:lnSpc>
                <a:spcPct val="187500"/>
              </a:lnSpc>
            </a:pP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IN"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count:</a:t>
            </a:r>
            <a:r>
              <a:rPr lang="en-IN" sz="1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54.00</a:t>
            </a:r>
            <a:r>
              <a:rPr lang="en-IN" sz="16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pPr marL="773430" marR="765810" algn="ctr">
              <a:lnSpc>
                <a:spcPct val="187500"/>
              </a:lnSpc>
            </a:pPr>
            <a:r>
              <a:rPr lang="en-IN"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</a:t>
            </a:r>
            <a:r>
              <a:rPr lang="en-IN"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RGB(</a:t>
            </a:r>
            <a:r>
              <a:rPr lang="en-IN" sz="1600" spc="9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</a:t>
            </a:r>
            <a:r>
              <a:rPr lang="en-IN" sz="16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71D9661-BC81-EA1B-9B78-F140BC7172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99" y="781850"/>
            <a:ext cx="2118001" cy="209470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FF20C59-1532-99F6-0CEE-98DC7A69D9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200" y="768511"/>
            <a:ext cx="2362200" cy="2108038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6D770766-9D40-E40B-023E-376788DDC23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5600" y="781850"/>
            <a:ext cx="2209800" cy="2108038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B92EEC97-1532-8E55-82FE-75339084F3B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6000" y="768511"/>
            <a:ext cx="1905000" cy="2108039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C919999B-E733-7752-BFA8-29D9FCF6B412}"/>
              </a:ext>
            </a:extLst>
          </p:cNvPr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4247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904999" y="43660"/>
            <a:ext cx="5334001" cy="60336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402840" marR="5080" indent="-2390775" algn="ctr">
              <a:lnSpc>
                <a:spcPts val="5030"/>
              </a:lnSpc>
              <a:spcBef>
                <a:spcPts val="204"/>
              </a:spcBef>
            </a:pPr>
            <a:r>
              <a:rPr sz="3200" u="sng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3200" u="sng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Description</a:t>
            </a:r>
            <a:endParaRPr sz="3200" u="sng" spc="1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259DF-B18D-9672-5A89-0CA076F5D7F7}"/>
              </a:ext>
            </a:extLst>
          </p:cNvPr>
          <p:cNvSpPr txBox="1"/>
          <p:nvPr/>
        </p:nvSpPr>
        <p:spPr>
          <a:xfrm>
            <a:off x="304800" y="819150"/>
            <a:ext cx="8572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is a publicly available collection of plant leaf images used for disease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over 54,000 RGB images from 14 different crop species such as apple, potato, tomato, and grape.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38 disease classes, covering both healthy and diseased plant leaves.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captured under controlled conditions with uniform backgrounds.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suitable for training and evaluating deep learning models like CNNs.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DE5E421-E7CB-1F7E-CBC1-25607519DACB}"/>
              </a:ext>
            </a:extLst>
          </p:cNvPr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97635"/>
            <a:ext cx="8606875" cy="883620"/>
          </a:xfrm>
          <a:prstGeom prst="rect">
            <a:avLst/>
          </a:prstGeom>
        </p:spPr>
        <p:txBody>
          <a:bodyPr vert="horz" wrap="square" lIns="0" tIns="41787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b="1" u="sng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Description</a:t>
            </a:r>
            <a:endParaRPr b="1" u="sng" spc="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9A368-F831-11E0-AE0E-02FE21C7391B}"/>
              </a:ext>
            </a:extLst>
          </p:cNvPr>
          <p:cNvSpPr txBox="1"/>
          <p:nvPr/>
        </p:nvSpPr>
        <p:spPr>
          <a:xfrm>
            <a:off x="497162" y="1123950"/>
            <a:ext cx="8149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deep learning models designed for image processing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automatically learn features like edges, textures, shapes, and disease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split into 43,456 training images and 10,849 validation images (80:20).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CNN model uses two convolutional layers with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for feature extraction.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Max-pooling layers reduce image size and computational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layers perform accurate multi-class plant disease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209550"/>
            <a:ext cx="86106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200" b="1" u="sng" spc="140" dirty="0">
                <a:solidFill>
                  <a:srgbClr val="FFFFFF"/>
                </a:solidFill>
              </a:rPr>
              <a:t>Flowchart</a:t>
            </a:r>
            <a:endParaRPr sz="42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0AC87-0436-3254-AEA1-809F820A00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3600" y="898182"/>
            <a:ext cx="4580179" cy="41119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953B7E5-D084-4FFA-3FC8-B7C9A4106D8E}"/>
                  </a:ext>
                </a:extLst>
              </p14:cNvPr>
              <p14:cNvContentPartPr/>
              <p14:nvPr/>
            </p14:nvContentPartPr>
            <p14:xfrm>
              <a:off x="1167535" y="4093671"/>
              <a:ext cx="432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953B7E5-D084-4FFA-3FC8-B7C9A4106D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8895" y="4084671"/>
                <a:ext cx="2196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4892" y="191260"/>
            <a:ext cx="266110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u="sng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sz="3200" b="1" u="sng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1982C4-2FBE-83CC-1ED4-3FB54E83A9AE}"/>
              </a:ext>
            </a:extLst>
          </p:cNvPr>
          <p:cNvSpPr/>
          <p:nvPr/>
        </p:nvSpPr>
        <p:spPr>
          <a:xfrm>
            <a:off x="1046870" y="958275"/>
            <a:ext cx="20574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24EE01-8C31-29AF-691C-2CF795042C82}"/>
              </a:ext>
            </a:extLst>
          </p:cNvPr>
          <p:cNvSpPr txBox="1"/>
          <p:nvPr/>
        </p:nvSpPr>
        <p:spPr>
          <a:xfrm>
            <a:off x="1066799" y="971550"/>
            <a:ext cx="1967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60C7D2-32BF-5AFF-34D4-79D1BA638EB5}"/>
              </a:ext>
            </a:extLst>
          </p:cNvPr>
          <p:cNvSpPr/>
          <p:nvPr/>
        </p:nvSpPr>
        <p:spPr>
          <a:xfrm>
            <a:off x="1066800" y="1733550"/>
            <a:ext cx="20574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0DE4F9-B04F-715F-E50B-200741EBFFFD}"/>
              </a:ext>
            </a:extLst>
          </p:cNvPr>
          <p:cNvSpPr txBox="1"/>
          <p:nvPr/>
        </p:nvSpPr>
        <p:spPr>
          <a:xfrm>
            <a:off x="1066800" y="173355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5AA21D-CF24-D026-28CE-112225077EF2}"/>
              </a:ext>
            </a:extLst>
          </p:cNvPr>
          <p:cNvSpPr/>
          <p:nvPr/>
        </p:nvSpPr>
        <p:spPr>
          <a:xfrm>
            <a:off x="1066800" y="2495550"/>
            <a:ext cx="20574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F3A01-13AA-D320-D14E-9C44ED3E18F3}"/>
              </a:ext>
            </a:extLst>
          </p:cNvPr>
          <p:cNvSpPr txBox="1"/>
          <p:nvPr/>
        </p:nvSpPr>
        <p:spPr>
          <a:xfrm>
            <a:off x="1066800" y="249555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Training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F3E1CD-654F-D142-46CC-3096A1152993}"/>
              </a:ext>
            </a:extLst>
          </p:cNvPr>
          <p:cNvSpPr/>
          <p:nvPr/>
        </p:nvSpPr>
        <p:spPr>
          <a:xfrm>
            <a:off x="1066799" y="3257550"/>
            <a:ext cx="20574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5C8AAB-097F-DAEF-1707-2A041E0F642F}"/>
              </a:ext>
            </a:extLst>
          </p:cNvPr>
          <p:cNvSpPr txBox="1"/>
          <p:nvPr/>
        </p:nvSpPr>
        <p:spPr>
          <a:xfrm>
            <a:off x="1072661" y="325755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B13513-F09C-C0FA-6E35-A9248F795792}"/>
              </a:ext>
            </a:extLst>
          </p:cNvPr>
          <p:cNvSpPr/>
          <p:nvPr/>
        </p:nvSpPr>
        <p:spPr>
          <a:xfrm>
            <a:off x="1066799" y="4019550"/>
            <a:ext cx="2057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6E6ADA-583E-4734-F1B1-C4097EA3BBAD}"/>
              </a:ext>
            </a:extLst>
          </p:cNvPr>
          <p:cNvSpPr txBox="1"/>
          <p:nvPr/>
        </p:nvSpPr>
        <p:spPr>
          <a:xfrm>
            <a:off x="1066799" y="4019550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370FC3-6707-3243-D466-56A1E442FF5C}"/>
              </a:ext>
            </a:extLst>
          </p:cNvPr>
          <p:cNvCxnSpPr>
            <a:stCxn id="22" idx="2"/>
            <a:endCxn id="28" idx="0"/>
          </p:cNvCxnSpPr>
          <p:nvPr/>
        </p:nvCxnSpPr>
        <p:spPr>
          <a:xfrm>
            <a:off x="2075570" y="1339275"/>
            <a:ext cx="19930" cy="39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FCA8C46-C374-E9EA-C397-24ABD053E46C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>
            <a:off x="2095500" y="211455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88D6EE-2C33-DD60-E399-1A8AD6122930}"/>
              </a:ext>
            </a:extLst>
          </p:cNvPr>
          <p:cNvCxnSpPr>
            <a:stCxn id="29" idx="2"/>
            <a:endCxn id="31" idx="0"/>
          </p:cNvCxnSpPr>
          <p:nvPr/>
        </p:nvCxnSpPr>
        <p:spPr>
          <a:xfrm flipH="1">
            <a:off x="2095499" y="2876550"/>
            <a:ext cx="1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675259-2377-F2E8-AD42-CC4ED321338F}"/>
              </a:ext>
            </a:extLst>
          </p:cNvPr>
          <p:cNvCxnSpPr>
            <a:stCxn id="31" idx="2"/>
            <a:endCxn id="34" idx="0"/>
          </p:cNvCxnSpPr>
          <p:nvPr/>
        </p:nvCxnSpPr>
        <p:spPr>
          <a:xfrm>
            <a:off x="2095499" y="363855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7B37506-6DB5-2301-1324-ED9E10691C66}"/>
              </a:ext>
            </a:extLst>
          </p:cNvPr>
          <p:cNvSpPr/>
          <p:nvPr/>
        </p:nvSpPr>
        <p:spPr>
          <a:xfrm>
            <a:off x="3505183" y="843975"/>
            <a:ext cx="5181597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01C575-EC33-FCD1-9A63-E8E9C30B8914}"/>
              </a:ext>
            </a:extLst>
          </p:cNvPr>
          <p:cNvSpPr/>
          <p:nvPr/>
        </p:nvSpPr>
        <p:spPr>
          <a:xfrm>
            <a:off x="3505187" y="1574409"/>
            <a:ext cx="5181592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3A2101-FA9D-3019-67AF-5DDB597859CC}"/>
              </a:ext>
            </a:extLst>
          </p:cNvPr>
          <p:cNvSpPr/>
          <p:nvPr/>
        </p:nvSpPr>
        <p:spPr>
          <a:xfrm>
            <a:off x="3498144" y="2381250"/>
            <a:ext cx="518159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1A0C99-9A74-5D52-74D9-DC6D5B24764F}"/>
              </a:ext>
            </a:extLst>
          </p:cNvPr>
          <p:cNvSpPr/>
          <p:nvPr/>
        </p:nvSpPr>
        <p:spPr>
          <a:xfrm>
            <a:off x="3505183" y="3122027"/>
            <a:ext cx="5181581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867682-7EF3-6E23-DC7A-94CAB5CA17DD}"/>
              </a:ext>
            </a:extLst>
          </p:cNvPr>
          <p:cNvSpPr/>
          <p:nvPr/>
        </p:nvSpPr>
        <p:spPr>
          <a:xfrm>
            <a:off x="3505183" y="4019550"/>
            <a:ext cx="5181597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CC626A-7CEF-4F97-A613-29C1DD1F1299}"/>
              </a:ext>
            </a:extLst>
          </p:cNvPr>
          <p:cNvSpPr txBox="1"/>
          <p:nvPr/>
        </p:nvSpPr>
        <p:spPr>
          <a:xfrm>
            <a:off x="3505183" y="833057"/>
            <a:ext cx="5181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images are collected from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containing healthy and diseased plant samples.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758ABF-EB18-055A-2111-6D306CB46197}"/>
              </a:ext>
            </a:extLst>
          </p:cNvPr>
          <p:cNvSpPr txBox="1"/>
          <p:nvPr/>
        </p:nvSpPr>
        <p:spPr>
          <a:xfrm>
            <a:off x="3516923" y="1607746"/>
            <a:ext cx="5181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resized, normalized, and split into training and validation datasets.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B74A14-43E2-D176-6FC8-33578B43A71A}"/>
              </a:ext>
            </a:extLst>
          </p:cNvPr>
          <p:cNvSpPr txBox="1"/>
          <p:nvPr/>
        </p:nvSpPr>
        <p:spPr>
          <a:xfrm>
            <a:off x="3505183" y="2411373"/>
            <a:ext cx="51745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Convolutional Neural Network (CNN) is designed and trained to learn disease-related features from leaf images.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B93A73-53CE-7B9C-93A6-45C6541F74F4}"/>
              </a:ext>
            </a:extLst>
          </p:cNvPr>
          <p:cNvSpPr txBox="1"/>
          <p:nvPr/>
        </p:nvSpPr>
        <p:spPr>
          <a:xfrm>
            <a:off x="3505183" y="3149716"/>
            <a:ext cx="5174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is evaluated using validation accuracy and loss.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D294D8-AA20-A0C0-199B-4040B8D559DD}"/>
              </a:ext>
            </a:extLst>
          </p:cNvPr>
          <p:cNvSpPr txBox="1"/>
          <p:nvPr/>
        </p:nvSpPr>
        <p:spPr>
          <a:xfrm>
            <a:off x="3523960" y="4052595"/>
            <a:ext cx="5174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Flask-based web application is developed to upload leaf images and display disease prediction results in real time.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225C272-88D7-47BC-BF7E-6BED8F614835}"/>
              </a:ext>
            </a:extLst>
          </p:cNvPr>
          <p:cNvCxnSpPr>
            <a:stCxn id="22" idx="3"/>
            <a:endCxn id="43" idx="1"/>
          </p:cNvCxnSpPr>
          <p:nvPr/>
        </p:nvCxnSpPr>
        <p:spPr>
          <a:xfrm>
            <a:off x="3104270" y="1148775"/>
            <a:ext cx="40091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AABB76A-CECE-6827-76FF-0E16BD78D49F}"/>
              </a:ext>
            </a:extLst>
          </p:cNvPr>
          <p:cNvCxnSpPr>
            <a:stCxn id="28" idx="3"/>
            <a:endCxn id="49" idx="1"/>
          </p:cNvCxnSpPr>
          <p:nvPr/>
        </p:nvCxnSpPr>
        <p:spPr>
          <a:xfrm flipV="1">
            <a:off x="3124200" y="1900134"/>
            <a:ext cx="392723" cy="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5838E02-BB89-06ED-807D-4FDC8CAC44F0}"/>
              </a:ext>
            </a:extLst>
          </p:cNvPr>
          <p:cNvCxnSpPr>
            <a:stCxn id="29" idx="3"/>
            <a:endCxn id="50" idx="1"/>
          </p:cNvCxnSpPr>
          <p:nvPr/>
        </p:nvCxnSpPr>
        <p:spPr>
          <a:xfrm>
            <a:off x="3124200" y="2686050"/>
            <a:ext cx="380983" cy="232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2006DA6-3E38-0830-118D-92E19D62F8F5}"/>
              </a:ext>
            </a:extLst>
          </p:cNvPr>
          <p:cNvCxnSpPr>
            <a:stCxn id="32" idx="3"/>
            <a:endCxn id="46" idx="1"/>
          </p:cNvCxnSpPr>
          <p:nvPr/>
        </p:nvCxnSpPr>
        <p:spPr>
          <a:xfrm>
            <a:off x="3130061" y="3426827"/>
            <a:ext cx="37512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5657B35-B14E-74CE-301C-3F74EA68397C}"/>
              </a:ext>
            </a:extLst>
          </p:cNvPr>
          <p:cNvCxnSpPr>
            <a:stCxn id="34" idx="3"/>
            <a:endCxn id="52" idx="1"/>
          </p:cNvCxnSpPr>
          <p:nvPr/>
        </p:nvCxnSpPr>
        <p:spPr>
          <a:xfrm>
            <a:off x="3124199" y="4311938"/>
            <a:ext cx="399761" cy="22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object 2">
            <a:extLst>
              <a:ext uri="{FF2B5EF4-FFF2-40B4-BE49-F238E27FC236}">
                <a16:creationId xmlns:a16="http://schemas.microsoft.com/office/drawing/2014/main" id="{50D3C048-0271-EE0B-CE20-C9F8893B6CE2}"/>
              </a:ext>
            </a:extLst>
          </p:cNvPr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4E463-2607-2E07-043A-46F39106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5503AFBD-F21C-CF94-D550-B7D93BB127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99827"/>
            <a:ext cx="830579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3395" marR="5080" indent="-481330" algn="ctr">
              <a:spcBef>
                <a:spcPts val="100"/>
              </a:spcBef>
            </a:pPr>
            <a:r>
              <a:rPr lang="en-IN" sz="3200" b="1" u="sng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Discussion(Cont.)</a:t>
            </a:r>
            <a:endParaRPr b="1" u="sng" spc="-10" dirty="0">
              <a:solidFill>
                <a:srgbClr val="26A6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7E3313FB-1200-6E50-BAFC-CB730D7D12CB}"/>
              </a:ext>
            </a:extLst>
          </p:cNvPr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F1102B-3ABE-B7FF-26FC-197005BBC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784" y="857216"/>
            <a:ext cx="5996941" cy="4765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D8EFC1-D95D-02CB-B5DD-85B60ECC02A4}"/>
              </a:ext>
            </a:extLst>
          </p:cNvPr>
          <p:cNvSpPr txBox="1"/>
          <p:nvPr/>
        </p:nvSpPr>
        <p:spPr>
          <a:xfrm>
            <a:off x="609600" y="1361636"/>
            <a:ext cx="480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Training and Validation Accuracy and Loss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A68BC-C6A8-077E-8299-A98890312E93}"/>
              </a:ext>
            </a:extLst>
          </p:cNvPr>
          <p:cNvSpPr txBox="1"/>
          <p:nvPr/>
        </p:nvSpPr>
        <p:spPr>
          <a:xfrm>
            <a:off x="1676400" y="4715053"/>
            <a:ext cx="289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Model Performance Summary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4215B-447C-9AFF-13AF-D917B30B3CAC}"/>
              </a:ext>
            </a:extLst>
          </p:cNvPr>
          <p:cNvSpPr txBox="1"/>
          <p:nvPr/>
        </p:nvSpPr>
        <p:spPr>
          <a:xfrm>
            <a:off x="6377943" y="749829"/>
            <a:ext cx="268985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 for 16 epochs, the model achieved a validation accuracy of 96%, indicating strong classification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decreasing validation loss (0.7252) confirms good generalization and reduced overfitting.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E01047-4930-A502-60B3-7A043BCE9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563290"/>
              </p:ext>
            </p:extLst>
          </p:nvPr>
        </p:nvGraphicFramePr>
        <p:xfrm>
          <a:off x="262308" y="1697255"/>
          <a:ext cx="60960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219902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476661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38907686"/>
                    </a:ext>
                  </a:extLst>
                </a:gridCol>
              </a:tblGrid>
              <a:tr h="35983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Evaluation Phase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Loss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Accuracy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492427400"/>
                  </a:ext>
                </a:extLst>
              </a:tr>
              <a:tr h="35983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Initial (Baseline)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3.72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2.00%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38463451"/>
                  </a:ext>
                </a:extLst>
              </a:tr>
              <a:tr h="6089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Final Training (Epoch 16)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0.0308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97.51%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714642890"/>
                  </a:ext>
                </a:extLst>
              </a:tr>
              <a:tr h="6089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Final Validation (Epoch 16)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0.0736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96.42%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268814243"/>
                  </a:ext>
                </a:extLst>
              </a:tr>
              <a:tr h="6089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Final Testing (Unseen Data)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0.0604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96.45%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3007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975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184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D97E02-93CE-1F1F-438F-BEA2298D7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341" y="819150"/>
            <a:ext cx="4101270" cy="2957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083C56-472D-F322-9CDE-2D64640E4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9610" y="819149"/>
            <a:ext cx="4825023" cy="29186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CB8198-005B-0DBD-0DEE-7F13D4E61911}"/>
              </a:ext>
            </a:extLst>
          </p:cNvPr>
          <p:cNvSpPr txBox="1"/>
          <p:nvPr/>
        </p:nvSpPr>
        <p:spPr>
          <a:xfrm>
            <a:off x="685800" y="3776216"/>
            <a:ext cx="3248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validation accuracy 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26AFC2-757C-3747-8031-0A087EF720F9}"/>
              </a:ext>
            </a:extLst>
          </p:cNvPr>
          <p:cNvSpPr txBox="1"/>
          <p:nvPr/>
        </p:nvSpPr>
        <p:spPr>
          <a:xfrm>
            <a:off x="5257800" y="3776217"/>
            <a:ext cx="3429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validation loss values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DE9A1-3BF6-8D4E-DECF-B6C9D5009CCC}"/>
              </a:ext>
            </a:extLst>
          </p:cNvPr>
          <p:cNvSpPr txBox="1"/>
          <p:nvPr/>
        </p:nvSpPr>
        <p:spPr>
          <a:xfrm>
            <a:off x="217707" y="35064"/>
            <a:ext cx="8816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Discussion(Cont.)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9CCD3-86C4-115C-869A-3286D9A9AEB2}"/>
              </a:ext>
            </a:extLst>
          </p:cNvPr>
          <p:cNvSpPr txBox="1"/>
          <p:nvPr/>
        </p:nvSpPr>
        <p:spPr>
          <a:xfrm>
            <a:off x="108341" y="4053215"/>
            <a:ext cx="86546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training and validation accuracy increase steadily across epochs, indicating effective learning by the CNN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validation accuracy closely follows training accuracy, showing minimal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decreasing loss curves confirm improved model convergence and generalization.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8433DC-C971-4720-9DF9-0B2C124C7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7AB811-93B7-BE83-8CD8-AB2C3985CE79}"/>
              </a:ext>
            </a:extLst>
          </p:cNvPr>
          <p:cNvSpPr/>
          <p:nvPr/>
        </p:nvSpPr>
        <p:spPr>
          <a:xfrm>
            <a:off x="0" y="-3184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026DBC1-8069-025B-14E0-2F3B294E23F5}"/>
              </a:ext>
            </a:extLst>
          </p:cNvPr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AA240-8AA8-C0C3-8935-75C373BCACD5}"/>
              </a:ext>
            </a:extLst>
          </p:cNvPr>
          <p:cNvSpPr txBox="1"/>
          <p:nvPr/>
        </p:nvSpPr>
        <p:spPr>
          <a:xfrm>
            <a:off x="217707" y="35064"/>
            <a:ext cx="8816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Discussion(Cont.)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5B2476-E34D-B457-34E8-27A067EEE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0" y="619838"/>
            <a:ext cx="5835260" cy="41640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A5BE52-BFF3-7A82-354B-CAF8421111F2}"/>
              </a:ext>
            </a:extLst>
          </p:cNvPr>
          <p:cNvSpPr txBox="1"/>
          <p:nvPr/>
        </p:nvSpPr>
        <p:spPr>
          <a:xfrm>
            <a:off x="6051940" y="742950"/>
            <a:ext cx="30920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Shows comparison between actual and predicted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Darker diagonal values indicate correct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Lighter off-diagonal values show minor misclassification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Overall pattern confirms good model performance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F12C68-5698-C1C7-D2E2-7CD0BB8CA778}"/>
              </a:ext>
            </a:extLst>
          </p:cNvPr>
          <p:cNvSpPr txBox="1"/>
          <p:nvPr/>
        </p:nvSpPr>
        <p:spPr>
          <a:xfrm>
            <a:off x="1371600" y="4783882"/>
            <a:ext cx="251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Confusion Matrix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16935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81A10C-8F82-A04F-DAC5-F8305067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C81C59-D5D6-34A2-34BE-9C029ED9476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1B92EDF-01D6-A9DB-3713-053A9A3B0F8E}"/>
              </a:ext>
            </a:extLst>
          </p:cNvPr>
          <p:cNvGrpSpPr/>
          <p:nvPr/>
        </p:nvGrpSpPr>
        <p:grpSpPr>
          <a:xfrm>
            <a:off x="96749" y="1129595"/>
            <a:ext cx="8950502" cy="2869346"/>
            <a:chOff x="96749" y="1726635"/>
            <a:chExt cx="8950502" cy="2105528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A7B21AB-7069-9DE4-E248-FDCA3241648A}"/>
                </a:ext>
              </a:extLst>
            </p:cNvPr>
            <p:cNvSpPr/>
            <p:nvPr/>
          </p:nvSpPr>
          <p:spPr>
            <a:xfrm>
              <a:off x="641934" y="3597499"/>
              <a:ext cx="390525" cy="0"/>
            </a:xfrm>
            <a:custGeom>
              <a:avLst/>
              <a:gdLst/>
              <a:ahLst/>
              <a:cxnLst/>
              <a:rect l="l" t="t" r="r" b="b"/>
              <a:pathLst>
                <a:path w="390525">
                  <a:moveTo>
                    <a:pt x="0" y="0"/>
                  </a:moveTo>
                  <a:lnTo>
                    <a:pt x="390299" y="0"/>
                  </a:lnTo>
                </a:path>
              </a:pathLst>
            </a:custGeom>
            <a:ln w="28574">
              <a:solidFill>
                <a:srgbClr val="26A6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D308626-808D-4BA4-0F8D-11D55497B937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749" y="1726635"/>
              <a:ext cx="4426049" cy="2105528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590AC57-5DBE-5978-FDD3-8154FBD63323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21556" y="1726635"/>
              <a:ext cx="4425695" cy="2105528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96FE7EE-ED14-2D55-6C18-65072D502908}"/>
                </a:ext>
              </a:extLst>
            </p:cNvPr>
            <p:cNvSpPr/>
            <p:nvPr/>
          </p:nvSpPr>
          <p:spPr>
            <a:xfrm>
              <a:off x="3352800" y="2900616"/>
              <a:ext cx="1798955" cy="669290"/>
            </a:xfrm>
            <a:custGeom>
              <a:avLst/>
              <a:gdLst/>
              <a:ahLst/>
              <a:cxnLst/>
              <a:rect l="l" t="t" r="r" b="b"/>
              <a:pathLst>
                <a:path w="1798954" h="669289">
                  <a:moveTo>
                    <a:pt x="1463999" y="668999"/>
                  </a:moveTo>
                  <a:lnTo>
                    <a:pt x="0" y="668999"/>
                  </a:lnTo>
                  <a:lnTo>
                    <a:pt x="0" y="0"/>
                  </a:lnTo>
                  <a:lnTo>
                    <a:pt x="1463999" y="0"/>
                  </a:lnTo>
                  <a:lnTo>
                    <a:pt x="1798499" y="334499"/>
                  </a:lnTo>
                  <a:lnTo>
                    <a:pt x="1463999" y="668999"/>
                  </a:lnTo>
                  <a:close/>
                </a:path>
              </a:pathLst>
            </a:custGeom>
            <a:solidFill>
              <a:srgbClr val="145B5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0D727BC-7179-AE78-129A-70E3705349DE}"/>
              </a:ext>
            </a:extLst>
          </p:cNvPr>
          <p:cNvSpPr txBox="1"/>
          <p:nvPr/>
        </p:nvSpPr>
        <p:spPr>
          <a:xfrm>
            <a:off x="3429000" y="2953499"/>
            <a:ext cx="147955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94665" marR="5080" indent="-48260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FFFFFF"/>
                </a:solidFill>
                <a:latin typeface="Roboto"/>
                <a:cs typeface="Roboto"/>
              </a:rPr>
              <a:t>After</a:t>
            </a:r>
            <a:r>
              <a:rPr sz="14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Roboto"/>
                <a:cs typeface="Roboto"/>
              </a:rPr>
              <a:t>choosing</a:t>
            </a:r>
            <a:r>
              <a:rPr sz="14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the </a:t>
            </a:r>
            <a:r>
              <a:rPr sz="1400" spc="-10" dirty="0">
                <a:solidFill>
                  <a:srgbClr val="FFFFFF"/>
                </a:solidFill>
                <a:latin typeface="Roboto"/>
                <a:cs typeface="Roboto"/>
              </a:rPr>
              <a:t>image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C219C-37E6-171D-9938-EACC6294450E}"/>
              </a:ext>
            </a:extLst>
          </p:cNvPr>
          <p:cNvSpPr txBox="1"/>
          <p:nvPr/>
        </p:nvSpPr>
        <p:spPr>
          <a:xfrm>
            <a:off x="231824" y="271758"/>
            <a:ext cx="853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/>
                </a:solidFill>
              </a:rPr>
              <a:t>Web Interface</a:t>
            </a:r>
            <a:endParaRPr lang="en-IN" sz="4000" b="1" u="sng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9DB46-C461-D085-7857-D3EC0D866432}"/>
              </a:ext>
            </a:extLst>
          </p:cNvPr>
          <p:cNvSpPr txBox="1"/>
          <p:nvPr/>
        </p:nvSpPr>
        <p:spPr>
          <a:xfrm>
            <a:off x="3276600" y="401955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Prediction Page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866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97635"/>
            <a:ext cx="8374549" cy="914397"/>
          </a:xfrm>
          <a:prstGeom prst="rect">
            <a:avLst/>
          </a:prstGeom>
        </p:spPr>
        <p:txBody>
          <a:bodyPr vert="horz" wrap="square" lIns="0" tIns="41787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u="sng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b="1" u="sng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b="1" u="sng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86AB9-B383-756F-F24C-24517C06D79F}"/>
              </a:ext>
            </a:extLst>
          </p:cNvPr>
          <p:cNvSpPr txBox="1"/>
          <p:nvPr/>
        </p:nvSpPr>
        <p:spPr>
          <a:xfrm>
            <a:off x="382588" y="1034797"/>
            <a:ext cx="82258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600" b="1" spc="5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CNN-based plant disease detection model was developed using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accurately classifies healthy and diseased plant leaf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Flask web application enables simple and real-time disease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early disease identification, helping reduce crop loss and improve productivity.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advanced CNN models and transfer learning techniques.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with real-world field images for better generalization.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as a mobile or cloud-based application for wider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dataset to include more crops and disease categories.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8374549" cy="883620"/>
          </a:xfrm>
          <a:prstGeom prst="rect">
            <a:avLst/>
          </a:prstGeom>
        </p:spPr>
        <p:txBody>
          <a:bodyPr vert="horz" wrap="square" lIns="0" tIns="41787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b="1" u="sng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b="1" u="sng" spc="4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eferences</a:t>
            </a:r>
            <a:endParaRPr b="1" u="sng" spc="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86B47-D98B-6137-D741-94FDC7AD5EA1}"/>
              </a:ext>
            </a:extLst>
          </p:cNvPr>
          <p:cNvSpPr txBox="1"/>
          <p:nvPr/>
        </p:nvSpPr>
        <p:spPr>
          <a:xfrm>
            <a:off x="228600" y="939800"/>
            <a:ext cx="845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Dubey, S. R., Jalal, A. S., et al., “Detection and Classification of Apple Fruit Diseases Using Local Binary Patterns,” International Journal of Computer Applications, vol. 97, no. 8, pp. 6–10, 2014.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Revathi, P., Hemalatha, M., et al., “Classification of Cotton Leaf Spot Diseases Using Image Processing Techniques,” International Journal of Engineering Research and Technology (IJERT), vol. 1, no. 6, 2012.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Pujari, R. S.,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Mytri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D., et al., “Detection of Plant Diseases Using Image Processing Techniques,” International Journal of Innovative Research in Computer Science &amp; Technology, vol. 3, no. 3, pp. 12–17, 2015.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Kamble, A., Pawar, A., et al., “Crop Disease Detection Using Convolutional Neural Networks,” International Journal of Advanced Research in Computer Science, vol. 9, no. 2, pp. 287–290, 2018.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Patil, S., Kumar, R., et al., “Plant Disease Detection Using Deep Learning Techniques,” International Journal of Engineering and Advanced Technology (IJEAT), vol. 8, no. 4, pp. 135–139, 2019.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1" y="2122042"/>
            <a:ext cx="368275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45" dirty="0">
                <a:solidFill>
                  <a:srgbClr val="FFFA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5400" spc="300" dirty="0">
                <a:solidFill>
                  <a:srgbClr val="FFFA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spc="215" dirty="0">
                <a:solidFill>
                  <a:srgbClr val="FFFA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434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969</TotalTime>
  <Words>1189</Words>
  <Application>Microsoft Office PowerPoint</Application>
  <PresentationFormat>On-screen Show (16:9)</PresentationFormat>
  <Paragraphs>159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SimSun-ExtB</vt:lpstr>
      <vt:lpstr>Arial</vt:lpstr>
      <vt:lpstr>Calibri</vt:lpstr>
      <vt:lpstr>Google Sans Text</vt:lpstr>
      <vt:lpstr>Roboto</vt:lpstr>
      <vt:lpstr>Times New Roman</vt:lpstr>
      <vt:lpstr>Office Theme</vt:lpstr>
      <vt:lpstr>PowerPoint Presentation</vt:lpstr>
      <vt:lpstr>Contents</vt:lpstr>
      <vt:lpstr>Introduction</vt:lpstr>
      <vt:lpstr>Challenges</vt:lpstr>
      <vt:lpstr>Objective</vt:lpstr>
      <vt:lpstr>Literature Survey</vt:lpstr>
      <vt:lpstr>PowerPoint Presentation</vt:lpstr>
      <vt:lpstr>PowerPoint Presentation</vt:lpstr>
      <vt:lpstr>Model Description</vt:lpstr>
      <vt:lpstr>Flowchart</vt:lpstr>
      <vt:lpstr>Work Process</vt:lpstr>
      <vt:lpstr>Result &amp; Discussion(Cont.)</vt:lpstr>
      <vt:lpstr>PowerPoint Presentation</vt:lpstr>
      <vt:lpstr>PowerPoint Presentation</vt:lpstr>
      <vt:lpstr>PowerPoint Presentation</vt:lpstr>
      <vt:lpstr>Conclusion &amp; 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Fariyaz Rahaman</cp:lastModifiedBy>
  <cp:revision>16</cp:revision>
  <dcterms:created xsi:type="dcterms:W3CDTF">2026-01-09T16:58:32Z</dcterms:created>
  <dcterms:modified xsi:type="dcterms:W3CDTF">2026-06-26T05:55:11Z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2026-01-09T00:00:00Z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2026-01-09T00:00:00Z</vt:filetime>
  </property>
</Properties>
</file>